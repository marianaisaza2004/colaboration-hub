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7782" cy="82272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5272" y="153822"/>
            <a:ext cx="5453380" cy="3739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0" b="0" i="0">
                <a:solidFill>
                  <a:srgbClr val="151D5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500" b="0" i="0">
                <a:solidFill>
                  <a:srgbClr val="151D5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28699" y="7518798"/>
            <a:ext cx="7814309" cy="1739900"/>
          </a:xfrm>
          <a:custGeom>
            <a:avLst/>
            <a:gdLst/>
            <a:ahLst/>
            <a:cxnLst/>
            <a:rect l="l" t="t" r="r" b="b"/>
            <a:pathLst>
              <a:path w="7814309" h="1739900">
                <a:moveTo>
                  <a:pt x="7759115" y="1739501"/>
                </a:moveTo>
                <a:lnTo>
                  <a:pt x="57150" y="1739501"/>
                </a:lnTo>
                <a:lnTo>
                  <a:pt x="34904" y="1735010"/>
                </a:lnTo>
                <a:lnTo>
                  <a:pt x="16738" y="1722762"/>
                </a:lnTo>
                <a:lnTo>
                  <a:pt x="4491" y="1704596"/>
                </a:lnTo>
                <a:lnTo>
                  <a:pt x="0" y="1682351"/>
                </a:lnTo>
                <a:lnTo>
                  <a:pt x="0" y="57150"/>
                </a:lnTo>
                <a:lnTo>
                  <a:pt x="4491" y="34904"/>
                </a:lnTo>
                <a:lnTo>
                  <a:pt x="16738" y="16739"/>
                </a:lnTo>
                <a:lnTo>
                  <a:pt x="34904" y="4491"/>
                </a:lnTo>
                <a:lnTo>
                  <a:pt x="57150" y="0"/>
                </a:lnTo>
                <a:lnTo>
                  <a:pt x="7759115" y="0"/>
                </a:lnTo>
                <a:lnTo>
                  <a:pt x="7781360" y="4491"/>
                </a:lnTo>
                <a:lnTo>
                  <a:pt x="7799526" y="16739"/>
                </a:lnTo>
                <a:lnTo>
                  <a:pt x="7811774" y="34904"/>
                </a:lnTo>
                <a:lnTo>
                  <a:pt x="7814166" y="46756"/>
                </a:lnTo>
                <a:lnTo>
                  <a:pt x="7814166" y="1692745"/>
                </a:lnTo>
                <a:lnTo>
                  <a:pt x="7811774" y="1704596"/>
                </a:lnTo>
                <a:lnTo>
                  <a:pt x="7799526" y="1722762"/>
                </a:lnTo>
                <a:lnTo>
                  <a:pt x="7781360" y="1735010"/>
                </a:lnTo>
                <a:lnTo>
                  <a:pt x="7759115" y="17395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9443035" y="7518798"/>
            <a:ext cx="7814309" cy="1739900"/>
          </a:xfrm>
          <a:custGeom>
            <a:avLst/>
            <a:gdLst/>
            <a:ahLst/>
            <a:cxnLst/>
            <a:rect l="l" t="t" r="r" b="b"/>
            <a:pathLst>
              <a:path w="7814309" h="1739900">
                <a:moveTo>
                  <a:pt x="7759115" y="1739501"/>
                </a:moveTo>
                <a:lnTo>
                  <a:pt x="57150" y="1739501"/>
                </a:lnTo>
                <a:lnTo>
                  <a:pt x="34904" y="1735010"/>
                </a:lnTo>
                <a:lnTo>
                  <a:pt x="16739" y="1722762"/>
                </a:lnTo>
                <a:lnTo>
                  <a:pt x="4491" y="1704596"/>
                </a:lnTo>
                <a:lnTo>
                  <a:pt x="0" y="1682351"/>
                </a:lnTo>
                <a:lnTo>
                  <a:pt x="0" y="57150"/>
                </a:lnTo>
                <a:lnTo>
                  <a:pt x="4491" y="34904"/>
                </a:lnTo>
                <a:lnTo>
                  <a:pt x="16739" y="16739"/>
                </a:lnTo>
                <a:lnTo>
                  <a:pt x="34904" y="4491"/>
                </a:lnTo>
                <a:lnTo>
                  <a:pt x="57150" y="0"/>
                </a:lnTo>
                <a:lnTo>
                  <a:pt x="7759115" y="0"/>
                </a:lnTo>
                <a:lnTo>
                  <a:pt x="7781360" y="4491"/>
                </a:lnTo>
                <a:lnTo>
                  <a:pt x="7799526" y="16739"/>
                </a:lnTo>
                <a:lnTo>
                  <a:pt x="7811774" y="34904"/>
                </a:lnTo>
                <a:lnTo>
                  <a:pt x="7814166" y="46755"/>
                </a:lnTo>
                <a:lnTo>
                  <a:pt x="7814166" y="1692746"/>
                </a:lnTo>
                <a:lnTo>
                  <a:pt x="7811774" y="1704596"/>
                </a:lnTo>
                <a:lnTo>
                  <a:pt x="7799526" y="1722762"/>
                </a:lnTo>
                <a:lnTo>
                  <a:pt x="7781360" y="1735010"/>
                </a:lnTo>
                <a:lnTo>
                  <a:pt x="7759115" y="17395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28699" y="5440824"/>
            <a:ext cx="7814309" cy="1739900"/>
          </a:xfrm>
          <a:custGeom>
            <a:avLst/>
            <a:gdLst/>
            <a:ahLst/>
            <a:cxnLst/>
            <a:rect l="l" t="t" r="r" b="b"/>
            <a:pathLst>
              <a:path w="7814309" h="1739900">
                <a:moveTo>
                  <a:pt x="7759115" y="1739501"/>
                </a:moveTo>
                <a:lnTo>
                  <a:pt x="57150" y="1739501"/>
                </a:lnTo>
                <a:lnTo>
                  <a:pt x="34904" y="1735010"/>
                </a:lnTo>
                <a:lnTo>
                  <a:pt x="16738" y="1722762"/>
                </a:lnTo>
                <a:lnTo>
                  <a:pt x="4491" y="1704596"/>
                </a:lnTo>
                <a:lnTo>
                  <a:pt x="0" y="1682351"/>
                </a:lnTo>
                <a:lnTo>
                  <a:pt x="0" y="57150"/>
                </a:lnTo>
                <a:lnTo>
                  <a:pt x="16738" y="16738"/>
                </a:lnTo>
                <a:lnTo>
                  <a:pt x="57150" y="0"/>
                </a:lnTo>
                <a:lnTo>
                  <a:pt x="7759115" y="0"/>
                </a:lnTo>
                <a:lnTo>
                  <a:pt x="7781360" y="4491"/>
                </a:lnTo>
                <a:lnTo>
                  <a:pt x="7799526" y="16738"/>
                </a:lnTo>
                <a:lnTo>
                  <a:pt x="7811774" y="34904"/>
                </a:lnTo>
                <a:lnTo>
                  <a:pt x="7814166" y="46755"/>
                </a:lnTo>
                <a:lnTo>
                  <a:pt x="7814166" y="1692745"/>
                </a:lnTo>
                <a:lnTo>
                  <a:pt x="7811774" y="1704596"/>
                </a:lnTo>
                <a:lnTo>
                  <a:pt x="7799526" y="1722762"/>
                </a:lnTo>
                <a:lnTo>
                  <a:pt x="7781360" y="1735010"/>
                </a:lnTo>
                <a:lnTo>
                  <a:pt x="7759115" y="17395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9443035" y="5440824"/>
            <a:ext cx="7814309" cy="1739900"/>
          </a:xfrm>
          <a:custGeom>
            <a:avLst/>
            <a:gdLst/>
            <a:ahLst/>
            <a:cxnLst/>
            <a:rect l="l" t="t" r="r" b="b"/>
            <a:pathLst>
              <a:path w="7814309" h="1739900">
                <a:moveTo>
                  <a:pt x="7759115" y="1739501"/>
                </a:moveTo>
                <a:lnTo>
                  <a:pt x="57150" y="1739501"/>
                </a:lnTo>
                <a:lnTo>
                  <a:pt x="34904" y="1735010"/>
                </a:lnTo>
                <a:lnTo>
                  <a:pt x="16739" y="1722762"/>
                </a:lnTo>
                <a:lnTo>
                  <a:pt x="4491" y="1704596"/>
                </a:lnTo>
                <a:lnTo>
                  <a:pt x="0" y="1682351"/>
                </a:lnTo>
                <a:lnTo>
                  <a:pt x="0" y="57150"/>
                </a:lnTo>
                <a:lnTo>
                  <a:pt x="16739" y="16738"/>
                </a:lnTo>
                <a:lnTo>
                  <a:pt x="57150" y="0"/>
                </a:lnTo>
                <a:lnTo>
                  <a:pt x="7759115" y="0"/>
                </a:lnTo>
                <a:lnTo>
                  <a:pt x="7781360" y="4491"/>
                </a:lnTo>
                <a:lnTo>
                  <a:pt x="7799526" y="16738"/>
                </a:lnTo>
                <a:lnTo>
                  <a:pt x="7811774" y="34904"/>
                </a:lnTo>
                <a:lnTo>
                  <a:pt x="7814166" y="46755"/>
                </a:lnTo>
                <a:lnTo>
                  <a:pt x="7814166" y="1692745"/>
                </a:lnTo>
                <a:lnTo>
                  <a:pt x="7811774" y="1704596"/>
                </a:lnTo>
                <a:lnTo>
                  <a:pt x="7799526" y="1722762"/>
                </a:lnTo>
                <a:lnTo>
                  <a:pt x="7781360" y="1735010"/>
                </a:lnTo>
                <a:lnTo>
                  <a:pt x="7759115" y="17395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28699" y="3362849"/>
            <a:ext cx="7814309" cy="1739900"/>
          </a:xfrm>
          <a:custGeom>
            <a:avLst/>
            <a:gdLst/>
            <a:ahLst/>
            <a:cxnLst/>
            <a:rect l="l" t="t" r="r" b="b"/>
            <a:pathLst>
              <a:path w="7814309" h="1739900">
                <a:moveTo>
                  <a:pt x="7759115" y="1739501"/>
                </a:moveTo>
                <a:lnTo>
                  <a:pt x="57150" y="1739501"/>
                </a:lnTo>
                <a:lnTo>
                  <a:pt x="34904" y="1735010"/>
                </a:lnTo>
                <a:lnTo>
                  <a:pt x="16738" y="1722762"/>
                </a:lnTo>
                <a:lnTo>
                  <a:pt x="4491" y="1704596"/>
                </a:lnTo>
                <a:lnTo>
                  <a:pt x="0" y="1682351"/>
                </a:lnTo>
                <a:lnTo>
                  <a:pt x="0" y="57150"/>
                </a:lnTo>
                <a:lnTo>
                  <a:pt x="16738" y="16738"/>
                </a:lnTo>
                <a:lnTo>
                  <a:pt x="57150" y="0"/>
                </a:lnTo>
                <a:lnTo>
                  <a:pt x="7759115" y="0"/>
                </a:lnTo>
                <a:lnTo>
                  <a:pt x="7781360" y="4491"/>
                </a:lnTo>
                <a:lnTo>
                  <a:pt x="7799526" y="16738"/>
                </a:lnTo>
                <a:lnTo>
                  <a:pt x="7811774" y="34904"/>
                </a:lnTo>
                <a:lnTo>
                  <a:pt x="7814166" y="46755"/>
                </a:lnTo>
                <a:lnTo>
                  <a:pt x="7814166" y="1692745"/>
                </a:lnTo>
                <a:lnTo>
                  <a:pt x="7811774" y="1704596"/>
                </a:lnTo>
                <a:lnTo>
                  <a:pt x="7799526" y="1722762"/>
                </a:lnTo>
                <a:lnTo>
                  <a:pt x="7781360" y="1735010"/>
                </a:lnTo>
                <a:lnTo>
                  <a:pt x="7759115" y="17395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443035" y="3362849"/>
            <a:ext cx="7814309" cy="1739900"/>
          </a:xfrm>
          <a:custGeom>
            <a:avLst/>
            <a:gdLst/>
            <a:ahLst/>
            <a:cxnLst/>
            <a:rect l="l" t="t" r="r" b="b"/>
            <a:pathLst>
              <a:path w="7814309" h="1739900">
                <a:moveTo>
                  <a:pt x="7759115" y="1739501"/>
                </a:moveTo>
                <a:lnTo>
                  <a:pt x="57150" y="1739501"/>
                </a:lnTo>
                <a:lnTo>
                  <a:pt x="34904" y="1735010"/>
                </a:lnTo>
                <a:lnTo>
                  <a:pt x="16739" y="1722762"/>
                </a:lnTo>
                <a:lnTo>
                  <a:pt x="4491" y="1704596"/>
                </a:lnTo>
                <a:lnTo>
                  <a:pt x="0" y="1682351"/>
                </a:lnTo>
                <a:lnTo>
                  <a:pt x="0" y="57150"/>
                </a:lnTo>
                <a:lnTo>
                  <a:pt x="16739" y="16738"/>
                </a:lnTo>
                <a:lnTo>
                  <a:pt x="57150" y="0"/>
                </a:lnTo>
                <a:lnTo>
                  <a:pt x="7759115" y="0"/>
                </a:lnTo>
                <a:lnTo>
                  <a:pt x="7781360" y="4491"/>
                </a:lnTo>
                <a:lnTo>
                  <a:pt x="7799526" y="16738"/>
                </a:lnTo>
                <a:lnTo>
                  <a:pt x="7811774" y="34904"/>
                </a:lnTo>
                <a:lnTo>
                  <a:pt x="7814166" y="46755"/>
                </a:lnTo>
                <a:lnTo>
                  <a:pt x="7814166" y="1692746"/>
                </a:lnTo>
                <a:lnTo>
                  <a:pt x="7811774" y="1704596"/>
                </a:lnTo>
                <a:lnTo>
                  <a:pt x="7799526" y="1722762"/>
                </a:lnTo>
                <a:lnTo>
                  <a:pt x="7781360" y="1735010"/>
                </a:lnTo>
                <a:lnTo>
                  <a:pt x="7759115" y="17395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1728482" y="3795000"/>
            <a:ext cx="929005" cy="484505"/>
          </a:xfrm>
          <a:custGeom>
            <a:avLst/>
            <a:gdLst/>
            <a:ahLst/>
            <a:cxnLst/>
            <a:rect l="l" t="t" r="r" b="b"/>
            <a:pathLst>
              <a:path w="929005" h="484504">
                <a:moveTo>
                  <a:pt x="811593" y="412711"/>
                </a:moveTo>
                <a:lnTo>
                  <a:pt x="621030" y="123634"/>
                </a:lnTo>
                <a:lnTo>
                  <a:pt x="589267" y="129832"/>
                </a:lnTo>
                <a:lnTo>
                  <a:pt x="541731" y="134708"/>
                </a:lnTo>
                <a:lnTo>
                  <a:pt x="485178" y="133134"/>
                </a:lnTo>
                <a:lnTo>
                  <a:pt x="426389" y="119976"/>
                </a:lnTo>
                <a:lnTo>
                  <a:pt x="414477" y="116014"/>
                </a:lnTo>
                <a:lnTo>
                  <a:pt x="385076" y="109245"/>
                </a:lnTo>
                <a:lnTo>
                  <a:pt x="344805" y="106400"/>
                </a:lnTo>
                <a:lnTo>
                  <a:pt x="300329" y="114211"/>
                </a:lnTo>
                <a:lnTo>
                  <a:pt x="258762" y="128003"/>
                </a:lnTo>
                <a:lnTo>
                  <a:pt x="224243" y="138645"/>
                </a:lnTo>
                <a:lnTo>
                  <a:pt x="195757" y="146837"/>
                </a:lnTo>
                <a:lnTo>
                  <a:pt x="148983" y="159677"/>
                </a:lnTo>
                <a:lnTo>
                  <a:pt x="130187" y="165671"/>
                </a:lnTo>
                <a:lnTo>
                  <a:pt x="84988" y="192722"/>
                </a:lnTo>
                <a:lnTo>
                  <a:pt x="40119" y="256044"/>
                </a:lnTo>
                <a:lnTo>
                  <a:pt x="28600" y="273189"/>
                </a:lnTo>
                <a:lnTo>
                  <a:pt x="15392" y="291236"/>
                </a:lnTo>
                <a:lnTo>
                  <a:pt x="0" y="310121"/>
                </a:lnTo>
                <a:lnTo>
                  <a:pt x="3098" y="312648"/>
                </a:lnTo>
                <a:lnTo>
                  <a:pt x="7874" y="316026"/>
                </a:lnTo>
                <a:lnTo>
                  <a:pt x="14478" y="319392"/>
                </a:lnTo>
                <a:lnTo>
                  <a:pt x="44843" y="329844"/>
                </a:lnTo>
                <a:lnTo>
                  <a:pt x="77000" y="331203"/>
                </a:lnTo>
                <a:lnTo>
                  <a:pt x="108927" y="323697"/>
                </a:lnTo>
                <a:lnTo>
                  <a:pt x="149898" y="298767"/>
                </a:lnTo>
                <a:lnTo>
                  <a:pt x="184111" y="266547"/>
                </a:lnTo>
                <a:lnTo>
                  <a:pt x="190601" y="259207"/>
                </a:lnTo>
                <a:lnTo>
                  <a:pt x="203301" y="249351"/>
                </a:lnTo>
                <a:lnTo>
                  <a:pt x="221513" y="242582"/>
                </a:lnTo>
                <a:lnTo>
                  <a:pt x="244538" y="244487"/>
                </a:lnTo>
                <a:lnTo>
                  <a:pt x="256413" y="246913"/>
                </a:lnTo>
                <a:lnTo>
                  <a:pt x="273075" y="248043"/>
                </a:lnTo>
                <a:lnTo>
                  <a:pt x="293878" y="247853"/>
                </a:lnTo>
                <a:lnTo>
                  <a:pt x="318173" y="246316"/>
                </a:lnTo>
                <a:lnTo>
                  <a:pt x="328091" y="246303"/>
                </a:lnTo>
                <a:lnTo>
                  <a:pt x="679069" y="468083"/>
                </a:lnTo>
                <a:lnTo>
                  <a:pt x="698881" y="484238"/>
                </a:lnTo>
                <a:lnTo>
                  <a:pt x="733831" y="470001"/>
                </a:lnTo>
                <a:lnTo>
                  <a:pt x="766152" y="449999"/>
                </a:lnTo>
                <a:lnTo>
                  <a:pt x="793013" y="429247"/>
                </a:lnTo>
                <a:lnTo>
                  <a:pt x="811593" y="412711"/>
                </a:lnTo>
                <a:close/>
              </a:path>
              <a:path w="929005" h="484504">
                <a:moveTo>
                  <a:pt x="928598" y="368947"/>
                </a:moveTo>
                <a:lnTo>
                  <a:pt x="686790" y="1701"/>
                </a:lnTo>
                <a:lnTo>
                  <a:pt x="677138" y="0"/>
                </a:lnTo>
                <a:lnTo>
                  <a:pt x="610895" y="49288"/>
                </a:lnTo>
                <a:lnTo>
                  <a:pt x="609358" y="58039"/>
                </a:lnTo>
                <a:lnTo>
                  <a:pt x="850709" y="424078"/>
                </a:lnTo>
                <a:lnTo>
                  <a:pt x="855103" y="428409"/>
                </a:lnTo>
                <a:lnTo>
                  <a:pt x="860640" y="430517"/>
                </a:lnTo>
                <a:lnTo>
                  <a:pt x="866571" y="430276"/>
                </a:lnTo>
                <a:lnTo>
                  <a:pt x="872109" y="427570"/>
                </a:lnTo>
                <a:lnTo>
                  <a:pt x="928598" y="383311"/>
                </a:lnTo>
                <a:lnTo>
                  <a:pt x="928598" y="368947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5400" y="4269819"/>
            <a:ext cx="438854" cy="392287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1323124" y="3796181"/>
            <a:ext cx="1109345" cy="869950"/>
          </a:xfrm>
          <a:custGeom>
            <a:avLst/>
            <a:gdLst/>
            <a:ahLst/>
            <a:cxnLst/>
            <a:rect l="l" t="t" r="r" b="b"/>
            <a:pathLst>
              <a:path w="1109345" h="869950">
                <a:moveTo>
                  <a:pt x="322605" y="56210"/>
                </a:moveTo>
                <a:lnTo>
                  <a:pt x="321271" y="47701"/>
                </a:lnTo>
                <a:lnTo>
                  <a:pt x="315315" y="42938"/>
                </a:lnTo>
                <a:lnTo>
                  <a:pt x="265442" y="3060"/>
                </a:lnTo>
                <a:lnTo>
                  <a:pt x="259918" y="292"/>
                </a:lnTo>
                <a:lnTo>
                  <a:pt x="253974" y="0"/>
                </a:lnTo>
                <a:lnTo>
                  <a:pt x="248399" y="2082"/>
                </a:lnTo>
                <a:lnTo>
                  <a:pt x="243967" y="6400"/>
                </a:lnTo>
                <a:lnTo>
                  <a:pt x="0" y="372414"/>
                </a:lnTo>
                <a:lnTo>
                  <a:pt x="1384" y="381050"/>
                </a:lnTo>
                <a:lnTo>
                  <a:pt x="59423" y="426415"/>
                </a:lnTo>
                <a:lnTo>
                  <a:pt x="64960" y="429120"/>
                </a:lnTo>
                <a:lnTo>
                  <a:pt x="70891" y="429348"/>
                </a:lnTo>
                <a:lnTo>
                  <a:pt x="76428" y="427240"/>
                </a:lnTo>
                <a:lnTo>
                  <a:pt x="80810" y="422922"/>
                </a:lnTo>
                <a:lnTo>
                  <a:pt x="322605" y="56210"/>
                </a:lnTo>
                <a:close/>
              </a:path>
              <a:path w="1109345" h="869950">
                <a:moveTo>
                  <a:pt x="1108760" y="547865"/>
                </a:moveTo>
                <a:lnTo>
                  <a:pt x="1094955" y="512064"/>
                </a:lnTo>
                <a:lnTo>
                  <a:pt x="740676" y="272681"/>
                </a:lnTo>
                <a:lnTo>
                  <a:pt x="733094" y="270713"/>
                </a:lnTo>
                <a:lnTo>
                  <a:pt x="725779" y="271411"/>
                </a:lnTo>
                <a:lnTo>
                  <a:pt x="704049" y="272834"/>
                </a:lnTo>
                <a:lnTo>
                  <a:pt x="681177" y="273253"/>
                </a:lnTo>
                <a:lnTo>
                  <a:pt x="659599" y="272021"/>
                </a:lnTo>
                <a:lnTo>
                  <a:pt x="641743" y="268465"/>
                </a:lnTo>
                <a:lnTo>
                  <a:pt x="629221" y="267957"/>
                </a:lnTo>
                <a:lnTo>
                  <a:pt x="619328" y="272592"/>
                </a:lnTo>
                <a:lnTo>
                  <a:pt x="612813" y="278358"/>
                </a:lnTo>
                <a:lnTo>
                  <a:pt x="609282" y="282803"/>
                </a:lnTo>
                <a:lnTo>
                  <a:pt x="596900" y="295490"/>
                </a:lnTo>
                <a:lnTo>
                  <a:pt x="559536" y="327621"/>
                </a:lnTo>
                <a:lnTo>
                  <a:pt x="523405" y="347268"/>
                </a:lnTo>
                <a:lnTo>
                  <a:pt x="484365" y="356311"/>
                </a:lnTo>
                <a:lnTo>
                  <a:pt x="444931" y="354520"/>
                </a:lnTo>
                <a:lnTo>
                  <a:pt x="407606" y="341680"/>
                </a:lnTo>
                <a:lnTo>
                  <a:pt x="377469" y="310311"/>
                </a:lnTo>
                <a:lnTo>
                  <a:pt x="378739" y="301790"/>
                </a:lnTo>
                <a:lnTo>
                  <a:pt x="383298" y="294043"/>
                </a:lnTo>
                <a:lnTo>
                  <a:pt x="398614" y="275488"/>
                </a:lnTo>
                <a:lnTo>
                  <a:pt x="411772" y="257619"/>
                </a:lnTo>
                <a:lnTo>
                  <a:pt x="423278" y="240588"/>
                </a:lnTo>
                <a:lnTo>
                  <a:pt x="445287" y="206387"/>
                </a:lnTo>
                <a:lnTo>
                  <a:pt x="457047" y="189814"/>
                </a:lnTo>
                <a:lnTo>
                  <a:pt x="469696" y="175006"/>
                </a:lnTo>
                <a:lnTo>
                  <a:pt x="484060" y="162217"/>
                </a:lnTo>
                <a:lnTo>
                  <a:pt x="433120" y="151345"/>
                </a:lnTo>
                <a:lnTo>
                  <a:pt x="385940" y="136347"/>
                </a:lnTo>
                <a:lnTo>
                  <a:pt x="346710" y="120891"/>
                </a:lnTo>
                <a:lnTo>
                  <a:pt x="319633" y="108673"/>
                </a:lnTo>
                <a:lnTo>
                  <a:pt x="119519" y="412089"/>
                </a:lnTo>
                <a:lnTo>
                  <a:pt x="132715" y="432384"/>
                </a:lnTo>
                <a:lnTo>
                  <a:pt x="152196" y="460209"/>
                </a:lnTo>
                <a:lnTo>
                  <a:pt x="175247" y="489585"/>
                </a:lnTo>
                <a:lnTo>
                  <a:pt x="199199" y="514540"/>
                </a:lnTo>
                <a:lnTo>
                  <a:pt x="226606" y="478840"/>
                </a:lnTo>
                <a:lnTo>
                  <a:pt x="248729" y="459168"/>
                </a:lnTo>
                <a:lnTo>
                  <a:pt x="275653" y="449021"/>
                </a:lnTo>
                <a:lnTo>
                  <a:pt x="304152" y="449237"/>
                </a:lnTo>
                <a:lnTo>
                  <a:pt x="331025" y="460717"/>
                </a:lnTo>
                <a:lnTo>
                  <a:pt x="342277" y="470357"/>
                </a:lnTo>
                <a:lnTo>
                  <a:pt x="351256" y="481812"/>
                </a:lnTo>
                <a:lnTo>
                  <a:pt x="357822" y="494766"/>
                </a:lnTo>
                <a:lnTo>
                  <a:pt x="361797" y="508914"/>
                </a:lnTo>
                <a:lnTo>
                  <a:pt x="383755" y="495528"/>
                </a:lnTo>
                <a:lnTo>
                  <a:pt x="408495" y="490347"/>
                </a:lnTo>
                <a:lnTo>
                  <a:pt x="433692" y="493687"/>
                </a:lnTo>
                <a:lnTo>
                  <a:pt x="457085" y="505828"/>
                </a:lnTo>
                <a:lnTo>
                  <a:pt x="482371" y="541223"/>
                </a:lnTo>
                <a:lnTo>
                  <a:pt x="486333" y="563092"/>
                </a:lnTo>
                <a:lnTo>
                  <a:pt x="486194" y="570420"/>
                </a:lnTo>
                <a:lnTo>
                  <a:pt x="485330" y="577672"/>
                </a:lnTo>
                <a:lnTo>
                  <a:pt x="483781" y="584809"/>
                </a:lnTo>
                <a:lnTo>
                  <a:pt x="485749" y="584530"/>
                </a:lnTo>
                <a:lnTo>
                  <a:pt x="528688" y="591566"/>
                </a:lnTo>
                <a:lnTo>
                  <a:pt x="560603" y="621449"/>
                </a:lnTo>
                <a:lnTo>
                  <a:pt x="570598" y="660006"/>
                </a:lnTo>
                <a:lnTo>
                  <a:pt x="569696" y="670674"/>
                </a:lnTo>
                <a:lnTo>
                  <a:pt x="567296" y="681024"/>
                </a:lnTo>
                <a:lnTo>
                  <a:pt x="563460" y="690905"/>
                </a:lnTo>
                <a:lnTo>
                  <a:pt x="580542" y="691984"/>
                </a:lnTo>
                <a:lnTo>
                  <a:pt x="625436" y="720839"/>
                </a:lnTo>
                <a:lnTo>
                  <a:pt x="638340" y="763231"/>
                </a:lnTo>
                <a:lnTo>
                  <a:pt x="634136" y="785215"/>
                </a:lnTo>
                <a:lnTo>
                  <a:pt x="623189" y="805307"/>
                </a:lnTo>
                <a:lnTo>
                  <a:pt x="622490" y="806284"/>
                </a:lnTo>
                <a:lnTo>
                  <a:pt x="696417" y="853224"/>
                </a:lnTo>
                <a:lnTo>
                  <a:pt x="707288" y="859358"/>
                </a:lnTo>
                <a:lnTo>
                  <a:pt x="722706" y="865822"/>
                </a:lnTo>
                <a:lnTo>
                  <a:pt x="740892" y="869886"/>
                </a:lnTo>
                <a:lnTo>
                  <a:pt x="760069" y="868832"/>
                </a:lnTo>
                <a:lnTo>
                  <a:pt x="791273" y="844232"/>
                </a:lnTo>
                <a:lnTo>
                  <a:pt x="795502" y="825855"/>
                </a:lnTo>
                <a:lnTo>
                  <a:pt x="794016" y="816610"/>
                </a:lnTo>
                <a:lnTo>
                  <a:pt x="790994" y="808113"/>
                </a:lnTo>
                <a:lnTo>
                  <a:pt x="788035" y="801649"/>
                </a:lnTo>
                <a:lnTo>
                  <a:pt x="783259" y="796175"/>
                </a:lnTo>
                <a:lnTo>
                  <a:pt x="651154" y="712266"/>
                </a:lnTo>
                <a:lnTo>
                  <a:pt x="649338" y="704126"/>
                </a:lnTo>
                <a:lnTo>
                  <a:pt x="657059" y="691756"/>
                </a:lnTo>
                <a:lnTo>
                  <a:pt x="665213" y="689927"/>
                </a:lnTo>
                <a:lnTo>
                  <a:pt x="804481" y="778459"/>
                </a:lnTo>
                <a:lnTo>
                  <a:pt x="815352" y="784618"/>
                </a:lnTo>
                <a:lnTo>
                  <a:pt x="830783" y="791108"/>
                </a:lnTo>
                <a:lnTo>
                  <a:pt x="848969" y="795185"/>
                </a:lnTo>
                <a:lnTo>
                  <a:pt x="868146" y="794067"/>
                </a:lnTo>
                <a:lnTo>
                  <a:pt x="899337" y="769467"/>
                </a:lnTo>
                <a:lnTo>
                  <a:pt x="905700" y="737514"/>
                </a:lnTo>
                <a:lnTo>
                  <a:pt x="902423" y="724712"/>
                </a:lnTo>
                <a:lnTo>
                  <a:pt x="877468" y="693572"/>
                </a:lnTo>
                <a:lnTo>
                  <a:pt x="727608" y="595210"/>
                </a:lnTo>
                <a:lnTo>
                  <a:pt x="725919" y="587057"/>
                </a:lnTo>
                <a:lnTo>
                  <a:pt x="733933" y="574827"/>
                </a:lnTo>
                <a:lnTo>
                  <a:pt x="742086" y="573138"/>
                </a:lnTo>
                <a:lnTo>
                  <a:pt x="921689" y="690626"/>
                </a:lnTo>
                <a:lnTo>
                  <a:pt x="937285" y="700252"/>
                </a:lnTo>
                <a:lnTo>
                  <a:pt x="952779" y="706513"/>
                </a:lnTo>
                <a:lnTo>
                  <a:pt x="967701" y="709282"/>
                </a:lnTo>
                <a:lnTo>
                  <a:pt x="981557" y="708482"/>
                </a:lnTo>
                <a:lnTo>
                  <a:pt x="1016406" y="681494"/>
                </a:lnTo>
                <a:lnTo>
                  <a:pt x="1022959" y="657009"/>
                </a:lnTo>
                <a:lnTo>
                  <a:pt x="1020737" y="643864"/>
                </a:lnTo>
                <a:lnTo>
                  <a:pt x="993698" y="605002"/>
                </a:lnTo>
                <a:lnTo>
                  <a:pt x="983805" y="597738"/>
                </a:lnTo>
                <a:lnTo>
                  <a:pt x="983386" y="597179"/>
                </a:lnTo>
                <a:lnTo>
                  <a:pt x="781291" y="465074"/>
                </a:lnTo>
                <a:lnTo>
                  <a:pt x="779602" y="456780"/>
                </a:lnTo>
                <a:lnTo>
                  <a:pt x="787615" y="444690"/>
                </a:lnTo>
                <a:lnTo>
                  <a:pt x="795769" y="443001"/>
                </a:lnTo>
                <a:lnTo>
                  <a:pt x="1007414" y="581431"/>
                </a:lnTo>
                <a:lnTo>
                  <a:pt x="1023010" y="591134"/>
                </a:lnTo>
                <a:lnTo>
                  <a:pt x="1038529" y="597420"/>
                </a:lnTo>
                <a:lnTo>
                  <a:pt x="1053477" y="600163"/>
                </a:lnTo>
                <a:lnTo>
                  <a:pt x="1067422" y="599287"/>
                </a:lnTo>
                <a:lnTo>
                  <a:pt x="1102131" y="572300"/>
                </a:lnTo>
                <a:lnTo>
                  <a:pt x="1107274" y="560387"/>
                </a:lnTo>
                <a:lnTo>
                  <a:pt x="1108760" y="547865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bg object 26"/>
          <p:cNvSpPr/>
          <p:nvPr/>
        </p:nvSpPr>
        <p:spPr>
          <a:xfrm>
            <a:off x="1402302" y="7879251"/>
            <a:ext cx="1180465" cy="1017269"/>
          </a:xfrm>
          <a:custGeom>
            <a:avLst/>
            <a:gdLst/>
            <a:ahLst/>
            <a:cxnLst/>
            <a:rect l="l" t="t" r="r" b="b"/>
            <a:pathLst>
              <a:path w="1180464" h="1017270">
                <a:moveTo>
                  <a:pt x="386051" y="177800"/>
                </a:moveTo>
                <a:lnTo>
                  <a:pt x="347991" y="177800"/>
                </a:lnTo>
                <a:lnTo>
                  <a:pt x="347991" y="107950"/>
                </a:lnTo>
                <a:lnTo>
                  <a:pt x="356559" y="66040"/>
                </a:lnTo>
                <a:lnTo>
                  <a:pt x="379876" y="31750"/>
                </a:lnTo>
                <a:lnTo>
                  <a:pt x="414367" y="7620"/>
                </a:lnTo>
                <a:lnTo>
                  <a:pt x="456455" y="0"/>
                </a:lnTo>
                <a:lnTo>
                  <a:pt x="723403" y="0"/>
                </a:lnTo>
                <a:lnTo>
                  <a:pt x="765529" y="7620"/>
                </a:lnTo>
                <a:lnTo>
                  <a:pt x="800016" y="31750"/>
                </a:lnTo>
                <a:lnTo>
                  <a:pt x="803467" y="36830"/>
                </a:lnTo>
                <a:lnTo>
                  <a:pt x="456455" y="36830"/>
                </a:lnTo>
                <a:lnTo>
                  <a:pt x="429136" y="43180"/>
                </a:lnTo>
                <a:lnTo>
                  <a:pt x="406748" y="58420"/>
                </a:lnTo>
                <a:lnTo>
                  <a:pt x="391612" y="80010"/>
                </a:lnTo>
                <a:lnTo>
                  <a:pt x="386051" y="107950"/>
                </a:lnTo>
                <a:lnTo>
                  <a:pt x="386051" y="177800"/>
                </a:lnTo>
                <a:close/>
              </a:path>
              <a:path w="1180464" h="1017270">
                <a:moveTo>
                  <a:pt x="831867" y="177800"/>
                </a:moveTo>
                <a:lnTo>
                  <a:pt x="793807" y="177800"/>
                </a:lnTo>
                <a:lnTo>
                  <a:pt x="793807" y="107950"/>
                </a:lnTo>
                <a:lnTo>
                  <a:pt x="788254" y="80010"/>
                </a:lnTo>
                <a:lnTo>
                  <a:pt x="773132" y="58420"/>
                </a:lnTo>
                <a:lnTo>
                  <a:pt x="750747" y="43180"/>
                </a:lnTo>
                <a:lnTo>
                  <a:pt x="723403" y="36830"/>
                </a:lnTo>
                <a:lnTo>
                  <a:pt x="803467" y="36830"/>
                </a:lnTo>
                <a:lnTo>
                  <a:pt x="823312" y="66040"/>
                </a:lnTo>
                <a:lnTo>
                  <a:pt x="831867" y="107950"/>
                </a:lnTo>
                <a:lnTo>
                  <a:pt x="831867" y="177800"/>
                </a:lnTo>
                <a:close/>
              </a:path>
              <a:path w="1180464" h="1017270">
                <a:moveTo>
                  <a:pt x="465223" y="177800"/>
                </a:moveTo>
                <a:lnTo>
                  <a:pt x="427163" y="177800"/>
                </a:lnTo>
                <a:lnTo>
                  <a:pt x="427163" y="107950"/>
                </a:lnTo>
                <a:lnTo>
                  <a:pt x="429545" y="96520"/>
                </a:lnTo>
                <a:lnTo>
                  <a:pt x="435956" y="87630"/>
                </a:lnTo>
                <a:lnTo>
                  <a:pt x="445293" y="81280"/>
                </a:lnTo>
                <a:lnTo>
                  <a:pt x="456455" y="78740"/>
                </a:lnTo>
                <a:lnTo>
                  <a:pt x="723403" y="78740"/>
                </a:lnTo>
                <a:lnTo>
                  <a:pt x="734655" y="81280"/>
                </a:lnTo>
                <a:lnTo>
                  <a:pt x="743982" y="87630"/>
                </a:lnTo>
                <a:lnTo>
                  <a:pt x="750343" y="96520"/>
                </a:lnTo>
                <a:lnTo>
                  <a:pt x="752695" y="107950"/>
                </a:lnTo>
                <a:lnTo>
                  <a:pt x="752695" y="116840"/>
                </a:lnTo>
                <a:lnTo>
                  <a:pt x="465223" y="116840"/>
                </a:lnTo>
                <a:lnTo>
                  <a:pt x="465223" y="177800"/>
                </a:lnTo>
                <a:close/>
              </a:path>
              <a:path w="1180464" h="1017270">
                <a:moveTo>
                  <a:pt x="752695" y="177800"/>
                </a:moveTo>
                <a:lnTo>
                  <a:pt x="714635" y="177800"/>
                </a:lnTo>
                <a:lnTo>
                  <a:pt x="714635" y="116840"/>
                </a:lnTo>
                <a:lnTo>
                  <a:pt x="752695" y="116840"/>
                </a:lnTo>
                <a:lnTo>
                  <a:pt x="752695" y="177800"/>
                </a:lnTo>
                <a:close/>
              </a:path>
              <a:path w="1180464" h="1017270">
                <a:moveTo>
                  <a:pt x="1026379" y="1017270"/>
                </a:moveTo>
                <a:lnTo>
                  <a:pt x="153479" y="1017270"/>
                </a:lnTo>
                <a:lnTo>
                  <a:pt x="113671" y="1009650"/>
                </a:lnTo>
                <a:lnTo>
                  <a:pt x="81064" y="988060"/>
                </a:lnTo>
                <a:lnTo>
                  <a:pt x="59028" y="955040"/>
                </a:lnTo>
                <a:lnTo>
                  <a:pt x="50933" y="915670"/>
                </a:lnTo>
                <a:lnTo>
                  <a:pt x="50933" y="548640"/>
                </a:lnTo>
                <a:lnTo>
                  <a:pt x="30007" y="527050"/>
                </a:lnTo>
                <a:lnTo>
                  <a:pt x="13940" y="501650"/>
                </a:lnTo>
                <a:lnTo>
                  <a:pt x="3635" y="474980"/>
                </a:lnTo>
                <a:lnTo>
                  <a:pt x="0" y="443230"/>
                </a:lnTo>
                <a:lnTo>
                  <a:pt x="0" y="240030"/>
                </a:lnTo>
                <a:lnTo>
                  <a:pt x="4876" y="215900"/>
                </a:lnTo>
                <a:lnTo>
                  <a:pt x="18159" y="196850"/>
                </a:lnTo>
                <a:lnTo>
                  <a:pt x="37831" y="182880"/>
                </a:lnTo>
                <a:lnTo>
                  <a:pt x="61873" y="177800"/>
                </a:lnTo>
                <a:lnTo>
                  <a:pt x="1118058" y="177800"/>
                </a:lnTo>
                <a:lnTo>
                  <a:pt x="1142048" y="182880"/>
                </a:lnTo>
                <a:lnTo>
                  <a:pt x="1161699" y="196850"/>
                </a:lnTo>
                <a:lnTo>
                  <a:pt x="1174980" y="215900"/>
                </a:lnTo>
                <a:lnTo>
                  <a:pt x="61873" y="215900"/>
                </a:lnTo>
                <a:lnTo>
                  <a:pt x="52620" y="218440"/>
                </a:lnTo>
                <a:lnTo>
                  <a:pt x="45049" y="223520"/>
                </a:lnTo>
                <a:lnTo>
                  <a:pt x="39936" y="231140"/>
                </a:lnTo>
                <a:lnTo>
                  <a:pt x="38059" y="240030"/>
                </a:lnTo>
                <a:lnTo>
                  <a:pt x="38059" y="443230"/>
                </a:lnTo>
                <a:lnTo>
                  <a:pt x="50438" y="488950"/>
                </a:lnTo>
                <a:lnTo>
                  <a:pt x="82014" y="524510"/>
                </a:lnTo>
                <a:lnTo>
                  <a:pt x="93709" y="533400"/>
                </a:lnTo>
                <a:lnTo>
                  <a:pt x="99828" y="538480"/>
                </a:lnTo>
                <a:lnTo>
                  <a:pt x="106134" y="542290"/>
                </a:lnTo>
                <a:lnTo>
                  <a:pt x="145478" y="562610"/>
                </a:lnTo>
                <a:lnTo>
                  <a:pt x="187620" y="576580"/>
                </a:lnTo>
                <a:lnTo>
                  <a:pt x="88993" y="576580"/>
                </a:lnTo>
                <a:lnTo>
                  <a:pt x="88993" y="915670"/>
                </a:lnTo>
                <a:lnTo>
                  <a:pt x="94083" y="939800"/>
                </a:lnTo>
                <a:lnTo>
                  <a:pt x="107941" y="961390"/>
                </a:lnTo>
                <a:lnTo>
                  <a:pt x="128446" y="975360"/>
                </a:lnTo>
                <a:lnTo>
                  <a:pt x="153479" y="980440"/>
                </a:lnTo>
                <a:lnTo>
                  <a:pt x="1103951" y="980440"/>
                </a:lnTo>
                <a:lnTo>
                  <a:pt x="1098864" y="988060"/>
                </a:lnTo>
                <a:lnTo>
                  <a:pt x="1066235" y="1009650"/>
                </a:lnTo>
                <a:lnTo>
                  <a:pt x="1026379" y="1017270"/>
                </a:lnTo>
                <a:close/>
              </a:path>
              <a:path w="1180464" h="1017270">
                <a:moveTo>
                  <a:pt x="834407" y="408940"/>
                </a:moveTo>
                <a:lnTo>
                  <a:pt x="345524" y="408940"/>
                </a:lnTo>
                <a:lnTo>
                  <a:pt x="317299" y="403860"/>
                </a:lnTo>
                <a:lnTo>
                  <a:pt x="294170" y="387350"/>
                </a:lnTo>
                <a:lnTo>
                  <a:pt x="278536" y="364490"/>
                </a:lnTo>
                <a:lnTo>
                  <a:pt x="272792" y="336550"/>
                </a:lnTo>
                <a:lnTo>
                  <a:pt x="272792" y="215900"/>
                </a:lnTo>
                <a:lnTo>
                  <a:pt x="310852" y="215900"/>
                </a:lnTo>
                <a:lnTo>
                  <a:pt x="310852" y="336550"/>
                </a:lnTo>
                <a:lnTo>
                  <a:pt x="313590" y="350520"/>
                </a:lnTo>
                <a:lnTo>
                  <a:pt x="321043" y="360680"/>
                </a:lnTo>
                <a:lnTo>
                  <a:pt x="332069" y="368300"/>
                </a:lnTo>
                <a:lnTo>
                  <a:pt x="345524" y="370840"/>
                </a:lnTo>
                <a:lnTo>
                  <a:pt x="897000" y="370840"/>
                </a:lnTo>
                <a:lnTo>
                  <a:pt x="885728" y="387350"/>
                </a:lnTo>
                <a:lnTo>
                  <a:pt x="862625" y="403860"/>
                </a:lnTo>
                <a:lnTo>
                  <a:pt x="834407" y="408940"/>
                </a:lnTo>
                <a:close/>
              </a:path>
              <a:path w="1180464" h="1017270">
                <a:moveTo>
                  <a:pt x="897000" y="370840"/>
                </a:moveTo>
                <a:lnTo>
                  <a:pt x="834407" y="370840"/>
                </a:lnTo>
                <a:lnTo>
                  <a:pt x="847848" y="368300"/>
                </a:lnTo>
                <a:lnTo>
                  <a:pt x="858849" y="360680"/>
                </a:lnTo>
                <a:lnTo>
                  <a:pt x="866278" y="350520"/>
                </a:lnTo>
                <a:lnTo>
                  <a:pt x="869006" y="336550"/>
                </a:lnTo>
                <a:lnTo>
                  <a:pt x="869006" y="215900"/>
                </a:lnTo>
                <a:lnTo>
                  <a:pt x="907066" y="215900"/>
                </a:lnTo>
                <a:lnTo>
                  <a:pt x="907066" y="336550"/>
                </a:lnTo>
                <a:lnTo>
                  <a:pt x="901335" y="364490"/>
                </a:lnTo>
                <a:lnTo>
                  <a:pt x="897000" y="370840"/>
                </a:lnTo>
                <a:close/>
              </a:path>
              <a:path w="1180464" h="1017270">
                <a:moveTo>
                  <a:pt x="865507" y="641350"/>
                </a:moveTo>
                <a:lnTo>
                  <a:pt x="857965" y="641350"/>
                </a:lnTo>
                <a:lnTo>
                  <a:pt x="851398" y="637540"/>
                </a:lnTo>
                <a:lnTo>
                  <a:pt x="846501" y="632460"/>
                </a:lnTo>
                <a:lnTo>
                  <a:pt x="843970" y="624840"/>
                </a:lnTo>
                <a:lnTo>
                  <a:pt x="844185" y="621030"/>
                </a:lnTo>
                <a:lnTo>
                  <a:pt x="844257" y="619760"/>
                </a:lnTo>
                <a:lnTo>
                  <a:pt x="844329" y="618490"/>
                </a:lnTo>
                <a:lnTo>
                  <a:pt x="844401" y="617220"/>
                </a:lnTo>
                <a:lnTo>
                  <a:pt x="847583" y="610870"/>
                </a:lnTo>
                <a:lnTo>
                  <a:pt x="852993" y="605790"/>
                </a:lnTo>
                <a:lnTo>
                  <a:pt x="860109" y="603250"/>
                </a:lnTo>
                <a:lnTo>
                  <a:pt x="926038" y="593090"/>
                </a:lnTo>
                <a:lnTo>
                  <a:pt x="984716" y="579120"/>
                </a:lnTo>
                <a:lnTo>
                  <a:pt x="1034493" y="561340"/>
                </a:lnTo>
                <a:lnTo>
                  <a:pt x="1073719" y="542290"/>
                </a:lnTo>
                <a:lnTo>
                  <a:pt x="1080038" y="538480"/>
                </a:lnTo>
                <a:lnTo>
                  <a:pt x="1086184" y="533400"/>
                </a:lnTo>
                <a:lnTo>
                  <a:pt x="1092134" y="529590"/>
                </a:lnTo>
                <a:lnTo>
                  <a:pt x="1129426" y="488950"/>
                </a:lnTo>
                <a:lnTo>
                  <a:pt x="1141798" y="443230"/>
                </a:lnTo>
                <a:lnTo>
                  <a:pt x="1141798" y="240030"/>
                </a:lnTo>
                <a:lnTo>
                  <a:pt x="1139926" y="231140"/>
                </a:lnTo>
                <a:lnTo>
                  <a:pt x="1134827" y="223520"/>
                </a:lnTo>
                <a:lnTo>
                  <a:pt x="1127279" y="218440"/>
                </a:lnTo>
                <a:lnTo>
                  <a:pt x="1118058" y="215900"/>
                </a:lnTo>
                <a:lnTo>
                  <a:pt x="1174980" y="215900"/>
                </a:lnTo>
                <a:lnTo>
                  <a:pt x="1179858" y="240030"/>
                </a:lnTo>
                <a:lnTo>
                  <a:pt x="1179858" y="443230"/>
                </a:lnTo>
                <a:lnTo>
                  <a:pt x="1176224" y="474980"/>
                </a:lnTo>
                <a:lnTo>
                  <a:pt x="1165929" y="501650"/>
                </a:lnTo>
                <a:lnTo>
                  <a:pt x="1149884" y="527050"/>
                </a:lnTo>
                <a:lnTo>
                  <a:pt x="1129001" y="548640"/>
                </a:lnTo>
                <a:lnTo>
                  <a:pt x="1129001" y="576580"/>
                </a:lnTo>
                <a:lnTo>
                  <a:pt x="1090941" y="576580"/>
                </a:lnTo>
                <a:lnTo>
                  <a:pt x="1058270" y="593090"/>
                </a:lnTo>
                <a:lnTo>
                  <a:pt x="1018572" y="608330"/>
                </a:lnTo>
                <a:lnTo>
                  <a:pt x="972666" y="621030"/>
                </a:lnTo>
                <a:lnTo>
                  <a:pt x="921371" y="632460"/>
                </a:lnTo>
                <a:lnTo>
                  <a:pt x="865507" y="641350"/>
                </a:lnTo>
                <a:close/>
              </a:path>
              <a:path w="1180464" h="1017270">
                <a:moveTo>
                  <a:pt x="589962" y="953770"/>
                </a:moveTo>
                <a:lnTo>
                  <a:pt x="540607" y="948690"/>
                </a:lnTo>
                <a:lnTo>
                  <a:pt x="494587" y="933450"/>
                </a:lnTo>
                <a:lnTo>
                  <a:pt x="452901" y="910590"/>
                </a:lnTo>
                <a:lnTo>
                  <a:pt x="416551" y="881380"/>
                </a:lnTo>
                <a:lnTo>
                  <a:pt x="386538" y="844550"/>
                </a:lnTo>
                <a:lnTo>
                  <a:pt x="363861" y="802640"/>
                </a:lnTo>
                <a:lnTo>
                  <a:pt x="349521" y="756920"/>
                </a:lnTo>
                <a:lnTo>
                  <a:pt x="344518" y="707390"/>
                </a:lnTo>
                <a:lnTo>
                  <a:pt x="349521" y="657860"/>
                </a:lnTo>
                <a:lnTo>
                  <a:pt x="363861" y="612140"/>
                </a:lnTo>
                <a:lnTo>
                  <a:pt x="386538" y="570230"/>
                </a:lnTo>
                <a:lnTo>
                  <a:pt x="416551" y="534670"/>
                </a:lnTo>
                <a:lnTo>
                  <a:pt x="452901" y="504190"/>
                </a:lnTo>
                <a:lnTo>
                  <a:pt x="494587" y="481330"/>
                </a:lnTo>
                <a:lnTo>
                  <a:pt x="540607" y="467360"/>
                </a:lnTo>
                <a:lnTo>
                  <a:pt x="589962" y="462280"/>
                </a:lnTo>
                <a:lnTo>
                  <a:pt x="639315" y="467360"/>
                </a:lnTo>
                <a:lnTo>
                  <a:pt x="685328" y="481330"/>
                </a:lnTo>
                <a:lnTo>
                  <a:pt x="720057" y="500380"/>
                </a:lnTo>
                <a:lnTo>
                  <a:pt x="589962" y="500380"/>
                </a:lnTo>
                <a:lnTo>
                  <a:pt x="542514" y="505460"/>
                </a:lnTo>
                <a:lnTo>
                  <a:pt x="498903" y="521970"/>
                </a:lnTo>
                <a:lnTo>
                  <a:pt x="460391" y="546100"/>
                </a:lnTo>
                <a:lnTo>
                  <a:pt x="428241" y="577850"/>
                </a:lnTo>
                <a:lnTo>
                  <a:pt x="403714" y="617220"/>
                </a:lnTo>
                <a:lnTo>
                  <a:pt x="388073" y="660400"/>
                </a:lnTo>
                <a:lnTo>
                  <a:pt x="382578" y="707390"/>
                </a:lnTo>
                <a:lnTo>
                  <a:pt x="388073" y="755650"/>
                </a:lnTo>
                <a:lnTo>
                  <a:pt x="403714" y="798830"/>
                </a:lnTo>
                <a:lnTo>
                  <a:pt x="428241" y="836930"/>
                </a:lnTo>
                <a:lnTo>
                  <a:pt x="460391" y="869950"/>
                </a:lnTo>
                <a:lnTo>
                  <a:pt x="498903" y="894080"/>
                </a:lnTo>
                <a:lnTo>
                  <a:pt x="542514" y="909320"/>
                </a:lnTo>
                <a:lnTo>
                  <a:pt x="589962" y="915670"/>
                </a:lnTo>
                <a:lnTo>
                  <a:pt x="717742" y="915670"/>
                </a:lnTo>
                <a:lnTo>
                  <a:pt x="685328" y="933450"/>
                </a:lnTo>
                <a:lnTo>
                  <a:pt x="639315" y="948690"/>
                </a:lnTo>
                <a:lnTo>
                  <a:pt x="589962" y="953770"/>
                </a:lnTo>
                <a:close/>
              </a:path>
              <a:path w="1180464" h="1017270">
                <a:moveTo>
                  <a:pt x="717742" y="915670"/>
                </a:moveTo>
                <a:lnTo>
                  <a:pt x="589962" y="915670"/>
                </a:lnTo>
                <a:lnTo>
                  <a:pt x="637406" y="909320"/>
                </a:lnTo>
                <a:lnTo>
                  <a:pt x="681007" y="894080"/>
                </a:lnTo>
                <a:lnTo>
                  <a:pt x="719506" y="869950"/>
                </a:lnTo>
                <a:lnTo>
                  <a:pt x="751642" y="836930"/>
                </a:lnTo>
                <a:lnTo>
                  <a:pt x="776156" y="798830"/>
                </a:lnTo>
                <a:lnTo>
                  <a:pt x="791789" y="755650"/>
                </a:lnTo>
                <a:lnTo>
                  <a:pt x="797280" y="707390"/>
                </a:lnTo>
                <a:lnTo>
                  <a:pt x="791789" y="660400"/>
                </a:lnTo>
                <a:lnTo>
                  <a:pt x="776157" y="617220"/>
                </a:lnTo>
                <a:lnTo>
                  <a:pt x="751643" y="577850"/>
                </a:lnTo>
                <a:lnTo>
                  <a:pt x="719507" y="546100"/>
                </a:lnTo>
                <a:lnTo>
                  <a:pt x="681008" y="521970"/>
                </a:lnTo>
                <a:lnTo>
                  <a:pt x="637407" y="505460"/>
                </a:lnTo>
                <a:lnTo>
                  <a:pt x="589962" y="500380"/>
                </a:lnTo>
                <a:lnTo>
                  <a:pt x="720057" y="500380"/>
                </a:lnTo>
                <a:lnTo>
                  <a:pt x="763340" y="534670"/>
                </a:lnTo>
                <a:lnTo>
                  <a:pt x="793342" y="570230"/>
                </a:lnTo>
                <a:lnTo>
                  <a:pt x="816008" y="612140"/>
                </a:lnTo>
                <a:lnTo>
                  <a:pt x="830340" y="657860"/>
                </a:lnTo>
                <a:lnTo>
                  <a:pt x="835339" y="707390"/>
                </a:lnTo>
                <a:lnTo>
                  <a:pt x="830340" y="756920"/>
                </a:lnTo>
                <a:lnTo>
                  <a:pt x="816008" y="802640"/>
                </a:lnTo>
                <a:lnTo>
                  <a:pt x="793342" y="844550"/>
                </a:lnTo>
                <a:lnTo>
                  <a:pt x="763340" y="881380"/>
                </a:lnTo>
                <a:lnTo>
                  <a:pt x="727003" y="910590"/>
                </a:lnTo>
                <a:lnTo>
                  <a:pt x="717742" y="915670"/>
                </a:lnTo>
                <a:close/>
              </a:path>
              <a:path w="1180464" h="1017270">
                <a:moveTo>
                  <a:pt x="321874" y="641350"/>
                </a:moveTo>
                <a:lnTo>
                  <a:pt x="314332" y="641350"/>
                </a:lnTo>
                <a:lnTo>
                  <a:pt x="258587" y="632460"/>
                </a:lnTo>
                <a:lnTo>
                  <a:pt x="207370" y="621030"/>
                </a:lnTo>
                <a:lnTo>
                  <a:pt x="161492" y="608330"/>
                </a:lnTo>
                <a:lnTo>
                  <a:pt x="121762" y="593090"/>
                </a:lnTo>
                <a:lnTo>
                  <a:pt x="88993" y="576580"/>
                </a:lnTo>
                <a:lnTo>
                  <a:pt x="187620" y="576580"/>
                </a:lnTo>
                <a:lnTo>
                  <a:pt x="195282" y="579120"/>
                </a:lnTo>
                <a:lnTo>
                  <a:pt x="253911" y="593090"/>
                </a:lnTo>
                <a:lnTo>
                  <a:pt x="319727" y="604520"/>
                </a:lnTo>
                <a:lnTo>
                  <a:pt x="335867" y="624840"/>
                </a:lnTo>
                <a:lnTo>
                  <a:pt x="333336" y="632460"/>
                </a:lnTo>
                <a:lnTo>
                  <a:pt x="328440" y="637540"/>
                </a:lnTo>
                <a:lnTo>
                  <a:pt x="321874" y="641350"/>
                </a:lnTo>
                <a:close/>
              </a:path>
              <a:path w="1180464" h="1017270">
                <a:moveTo>
                  <a:pt x="1103951" y="980440"/>
                </a:moveTo>
                <a:lnTo>
                  <a:pt x="1026379" y="980440"/>
                </a:lnTo>
                <a:lnTo>
                  <a:pt x="1051451" y="975360"/>
                </a:lnTo>
                <a:lnTo>
                  <a:pt x="1071979" y="961390"/>
                </a:lnTo>
                <a:lnTo>
                  <a:pt x="1085848" y="939800"/>
                </a:lnTo>
                <a:lnTo>
                  <a:pt x="1090941" y="915670"/>
                </a:lnTo>
                <a:lnTo>
                  <a:pt x="1090941" y="576580"/>
                </a:lnTo>
                <a:lnTo>
                  <a:pt x="1129001" y="576580"/>
                </a:lnTo>
                <a:lnTo>
                  <a:pt x="1129001" y="915670"/>
                </a:lnTo>
                <a:lnTo>
                  <a:pt x="1120906" y="955040"/>
                </a:lnTo>
                <a:lnTo>
                  <a:pt x="1103951" y="980440"/>
                </a:lnTo>
                <a:close/>
              </a:path>
              <a:path w="1180464" h="1017270">
                <a:moveTo>
                  <a:pt x="613109" y="701040"/>
                </a:moveTo>
                <a:lnTo>
                  <a:pt x="560173" y="701040"/>
                </a:lnTo>
                <a:lnTo>
                  <a:pt x="656748" y="603250"/>
                </a:lnTo>
                <a:lnTo>
                  <a:pt x="674130" y="591820"/>
                </a:lnTo>
                <a:lnTo>
                  <a:pt x="693909" y="588010"/>
                </a:lnTo>
                <a:lnTo>
                  <a:pt x="713707" y="591820"/>
                </a:lnTo>
                <a:lnTo>
                  <a:pt x="731112" y="603250"/>
                </a:lnTo>
                <a:lnTo>
                  <a:pt x="742685" y="619760"/>
                </a:lnTo>
                <a:lnTo>
                  <a:pt x="743662" y="624840"/>
                </a:lnTo>
                <a:lnTo>
                  <a:pt x="689411" y="624840"/>
                </a:lnTo>
                <a:lnTo>
                  <a:pt x="683773" y="629920"/>
                </a:lnTo>
                <a:lnTo>
                  <a:pt x="613109" y="701040"/>
                </a:lnTo>
                <a:close/>
              </a:path>
              <a:path w="1180464" h="1017270">
                <a:moveTo>
                  <a:pt x="618608" y="791210"/>
                </a:moveTo>
                <a:lnTo>
                  <a:pt x="564885" y="791210"/>
                </a:lnTo>
                <a:lnTo>
                  <a:pt x="570563" y="786130"/>
                </a:lnTo>
                <a:lnTo>
                  <a:pt x="637508" y="717550"/>
                </a:lnTo>
                <a:lnTo>
                  <a:pt x="670882" y="684530"/>
                </a:lnTo>
                <a:lnTo>
                  <a:pt x="709949" y="645160"/>
                </a:lnTo>
                <a:lnTo>
                  <a:pt x="709946" y="635000"/>
                </a:lnTo>
                <a:lnTo>
                  <a:pt x="698607" y="624840"/>
                </a:lnTo>
                <a:lnTo>
                  <a:pt x="743662" y="624840"/>
                </a:lnTo>
                <a:lnTo>
                  <a:pt x="731353" y="676910"/>
                </a:lnTo>
                <a:lnTo>
                  <a:pt x="664484" y="745490"/>
                </a:lnTo>
                <a:lnTo>
                  <a:pt x="631039" y="778510"/>
                </a:lnTo>
                <a:lnTo>
                  <a:pt x="618608" y="791210"/>
                </a:lnTo>
                <a:close/>
              </a:path>
              <a:path w="1180464" h="1017270">
                <a:moveTo>
                  <a:pt x="560275" y="828040"/>
                </a:moveTo>
                <a:lnTo>
                  <a:pt x="523077" y="812800"/>
                </a:lnTo>
                <a:lnTo>
                  <a:pt x="448710" y="737870"/>
                </a:lnTo>
                <a:lnTo>
                  <a:pt x="433302" y="701040"/>
                </a:lnTo>
                <a:lnTo>
                  <a:pt x="437138" y="680720"/>
                </a:lnTo>
                <a:lnTo>
                  <a:pt x="448676" y="664210"/>
                </a:lnTo>
                <a:lnTo>
                  <a:pt x="466109" y="651510"/>
                </a:lnTo>
                <a:lnTo>
                  <a:pt x="485909" y="647700"/>
                </a:lnTo>
                <a:lnTo>
                  <a:pt x="505709" y="651510"/>
                </a:lnTo>
                <a:lnTo>
                  <a:pt x="523107" y="664210"/>
                </a:lnTo>
                <a:lnTo>
                  <a:pt x="543557" y="684530"/>
                </a:lnTo>
                <a:lnTo>
                  <a:pt x="481318" y="684530"/>
                </a:lnTo>
                <a:lnTo>
                  <a:pt x="475640" y="690880"/>
                </a:lnTo>
                <a:lnTo>
                  <a:pt x="469971" y="695960"/>
                </a:lnTo>
                <a:lnTo>
                  <a:pt x="469942" y="704850"/>
                </a:lnTo>
                <a:lnTo>
                  <a:pt x="555668" y="791210"/>
                </a:lnTo>
                <a:lnTo>
                  <a:pt x="618608" y="791210"/>
                </a:lnTo>
                <a:lnTo>
                  <a:pt x="597474" y="812800"/>
                </a:lnTo>
                <a:lnTo>
                  <a:pt x="580075" y="824230"/>
                </a:lnTo>
                <a:lnTo>
                  <a:pt x="560275" y="828040"/>
                </a:lnTo>
                <a:close/>
              </a:path>
              <a:path w="1180464" h="1017270">
                <a:moveTo>
                  <a:pt x="565356" y="746760"/>
                </a:moveTo>
                <a:lnTo>
                  <a:pt x="555228" y="746760"/>
                </a:lnTo>
                <a:lnTo>
                  <a:pt x="550368" y="744220"/>
                </a:lnTo>
                <a:lnTo>
                  <a:pt x="546786" y="741680"/>
                </a:lnTo>
                <a:lnTo>
                  <a:pt x="490523" y="684530"/>
                </a:lnTo>
                <a:lnTo>
                  <a:pt x="543557" y="684530"/>
                </a:lnTo>
                <a:lnTo>
                  <a:pt x="560173" y="701040"/>
                </a:lnTo>
                <a:lnTo>
                  <a:pt x="613109" y="701040"/>
                </a:lnTo>
                <a:lnTo>
                  <a:pt x="570207" y="744220"/>
                </a:lnTo>
                <a:lnTo>
                  <a:pt x="565356" y="746760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0528643" y="4112653"/>
            <a:ext cx="152400" cy="54610"/>
          </a:xfrm>
          <a:custGeom>
            <a:avLst/>
            <a:gdLst/>
            <a:ahLst/>
            <a:cxnLst/>
            <a:rect l="l" t="t" r="r" b="b"/>
            <a:pathLst>
              <a:path w="152400" h="54610">
                <a:moveTo>
                  <a:pt x="56083" y="35852"/>
                </a:moveTo>
                <a:lnTo>
                  <a:pt x="48183" y="11722"/>
                </a:lnTo>
                <a:lnTo>
                  <a:pt x="35737" y="15989"/>
                </a:lnTo>
                <a:lnTo>
                  <a:pt x="23520" y="20916"/>
                </a:lnTo>
                <a:lnTo>
                  <a:pt x="11595" y="26504"/>
                </a:lnTo>
                <a:lnTo>
                  <a:pt x="0" y="32715"/>
                </a:lnTo>
                <a:lnTo>
                  <a:pt x="13106" y="54571"/>
                </a:lnTo>
                <a:lnTo>
                  <a:pt x="23456" y="49022"/>
                </a:lnTo>
                <a:lnTo>
                  <a:pt x="34086" y="44043"/>
                </a:lnTo>
                <a:lnTo>
                  <a:pt x="44983" y="39649"/>
                </a:lnTo>
                <a:lnTo>
                  <a:pt x="56083" y="35852"/>
                </a:lnTo>
                <a:close/>
              </a:path>
              <a:path w="152400" h="54610">
                <a:moveTo>
                  <a:pt x="151993" y="927"/>
                </a:moveTo>
                <a:lnTo>
                  <a:pt x="143916" y="317"/>
                </a:lnTo>
                <a:lnTo>
                  <a:pt x="135851" y="0"/>
                </a:lnTo>
                <a:lnTo>
                  <a:pt x="128003" y="0"/>
                </a:lnTo>
                <a:lnTo>
                  <a:pt x="120853" y="88"/>
                </a:lnTo>
                <a:lnTo>
                  <a:pt x="113741" y="342"/>
                </a:lnTo>
                <a:lnTo>
                  <a:pt x="106705" y="774"/>
                </a:lnTo>
                <a:lnTo>
                  <a:pt x="99745" y="1358"/>
                </a:lnTo>
                <a:lnTo>
                  <a:pt x="102349" y="26568"/>
                </a:lnTo>
                <a:lnTo>
                  <a:pt x="108648" y="26022"/>
                </a:lnTo>
                <a:lnTo>
                  <a:pt x="115036" y="25641"/>
                </a:lnTo>
                <a:lnTo>
                  <a:pt x="121500" y="25400"/>
                </a:lnTo>
                <a:lnTo>
                  <a:pt x="128003" y="25323"/>
                </a:lnTo>
                <a:lnTo>
                  <a:pt x="135178" y="25323"/>
                </a:lnTo>
                <a:lnTo>
                  <a:pt x="142582" y="25615"/>
                </a:lnTo>
                <a:lnTo>
                  <a:pt x="149987" y="26174"/>
                </a:lnTo>
                <a:lnTo>
                  <a:pt x="151993" y="927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10176770" y="4453340"/>
            <a:ext cx="55244" cy="38100"/>
          </a:xfrm>
          <a:custGeom>
            <a:avLst/>
            <a:gdLst/>
            <a:ahLst/>
            <a:cxnLst/>
            <a:rect l="l" t="t" r="r" b="b"/>
            <a:pathLst>
              <a:path w="55245" h="38100">
                <a:moveTo>
                  <a:pt x="5176" y="37832"/>
                </a:moveTo>
                <a:lnTo>
                  <a:pt x="0" y="13016"/>
                </a:lnTo>
                <a:lnTo>
                  <a:pt x="11732" y="10438"/>
                </a:lnTo>
                <a:lnTo>
                  <a:pt x="23325" y="7402"/>
                </a:lnTo>
                <a:lnTo>
                  <a:pt x="34741" y="3919"/>
                </a:lnTo>
                <a:lnTo>
                  <a:pt x="45939" y="0"/>
                </a:lnTo>
                <a:lnTo>
                  <a:pt x="55214" y="23657"/>
                </a:lnTo>
                <a:lnTo>
                  <a:pt x="43011" y="27929"/>
                </a:lnTo>
                <a:lnTo>
                  <a:pt x="30574" y="31724"/>
                </a:lnTo>
                <a:lnTo>
                  <a:pt x="17947" y="35030"/>
                </a:lnTo>
                <a:lnTo>
                  <a:pt x="5176" y="37832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10450802" y="4175775"/>
            <a:ext cx="53340" cy="53340"/>
          </a:xfrm>
          <a:custGeom>
            <a:avLst/>
            <a:gdLst/>
            <a:ahLst/>
            <a:cxnLst/>
            <a:rect l="l" t="t" r="r" b="b"/>
            <a:pathLst>
              <a:path w="53340" h="53339">
                <a:moveTo>
                  <a:pt x="20391" y="52957"/>
                </a:moveTo>
                <a:lnTo>
                  <a:pt x="0" y="37307"/>
                </a:lnTo>
                <a:lnTo>
                  <a:pt x="8480" y="27203"/>
                </a:lnTo>
                <a:lnTo>
                  <a:pt x="17243" y="17595"/>
                </a:lnTo>
                <a:lnTo>
                  <a:pt x="26258" y="8517"/>
                </a:lnTo>
                <a:lnTo>
                  <a:pt x="35496" y="0"/>
                </a:lnTo>
                <a:lnTo>
                  <a:pt x="52878" y="18807"/>
                </a:lnTo>
                <a:lnTo>
                  <a:pt x="44441" y="26581"/>
                </a:lnTo>
                <a:lnTo>
                  <a:pt x="36196" y="34887"/>
                </a:lnTo>
                <a:lnTo>
                  <a:pt x="28170" y="43690"/>
                </a:lnTo>
                <a:lnTo>
                  <a:pt x="20391" y="52957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10078606" y="4471049"/>
            <a:ext cx="52069" cy="27305"/>
          </a:xfrm>
          <a:custGeom>
            <a:avLst/>
            <a:gdLst/>
            <a:ahLst/>
            <a:cxnLst/>
            <a:rect l="l" t="t" r="r" b="b"/>
            <a:pathLst>
              <a:path w="52070" h="27304">
                <a:moveTo>
                  <a:pt x="40257" y="26745"/>
                </a:moveTo>
                <a:lnTo>
                  <a:pt x="34476" y="26745"/>
                </a:lnTo>
                <a:lnTo>
                  <a:pt x="25953" y="26649"/>
                </a:lnTo>
                <a:lnTo>
                  <a:pt x="17345" y="26362"/>
                </a:lnTo>
                <a:lnTo>
                  <a:pt x="8684" y="25885"/>
                </a:lnTo>
                <a:lnTo>
                  <a:pt x="0" y="25221"/>
                </a:lnTo>
                <a:lnTo>
                  <a:pt x="2306" y="0"/>
                </a:lnTo>
                <a:lnTo>
                  <a:pt x="10416" y="617"/>
                </a:lnTo>
                <a:lnTo>
                  <a:pt x="18499" y="1060"/>
                </a:lnTo>
                <a:lnTo>
                  <a:pt x="26528" y="1326"/>
                </a:lnTo>
                <a:lnTo>
                  <a:pt x="34476" y="1415"/>
                </a:lnTo>
                <a:lnTo>
                  <a:pt x="39841" y="1415"/>
                </a:lnTo>
                <a:lnTo>
                  <a:pt x="45246" y="1296"/>
                </a:lnTo>
                <a:lnTo>
                  <a:pt x="50532" y="1049"/>
                </a:lnTo>
                <a:lnTo>
                  <a:pt x="51759" y="26349"/>
                </a:lnTo>
                <a:lnTo>
                  <a:pt x="46067" y="26617"/>
                </a:lnTo>
                <a:lnTo>
                  <a:pt x="40257" y="26745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bg 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5788" y="4337389"/>
            <a:ext cx="126028" cy="117545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9977957" y="4451628"/>
            <a:ext cx="55244" cy="37465"/>
          </a:xfrm>
          <a:custGeom>
            <a:avLst/>
            <a:gdLst/>
            <a:ahLst/>
            <a:cxnLst/>
            <a:rect l="l" t="t" r="r" b="b"/>
            <a:pathLst>
              <a:path w="55245" h="37464">
                <a:moveTo>
                  <a:pt x="49651" y="37109"/>
                </a:moveTo>
                <a:lnTo>
                  <a:pt x="37294" y="34381"/>
                </a:lnTo>
                <a:lnTo>
                  <a:pt x="24870" y="31295"/>
                </a:lnTo>
                <a:lnTo>
                  <a:pt x="12423" y="27862"/>
                </a:lnTo>
                <a:lnTo>
                  <a:pt x="0" y="24093"/>
                </a:lnTo>
                <a:lnTo>
                  <a:pt x="8027" y="0"/>
                </a:lnTo>
                <a:lnTo>
                  <a:pt x="19794" y="3575"/>
                </a:lnTo>
                <a:lnTo>
                  <a:pt x="31578" y="6827"/>
                </a:lnTo>
                <a:lnTo>
                  <a:pt x="43336" y="9749"/>
                </a:lnTo>
                <a:lnTo>
                  <a:pt x="55026" y="12333"/>
                </a:lnTo>
                <a:lnTo>
                  <a:pt x="49651" y="37109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9797846" y="3712730"/>
            <a:ext cx="1267460" cy="1040130"/>
          </a:xfrm>
          <a:custGeom>
            <a:avLst/>
            <a:gdLst/>
            <a:ahLst/>
            <a:cxnLst/>
            <a:rect l="l" t="t" r="r" b="b"/>
            <a:pathLst>
              <a:path w="1267459" h="1040129">
                <a:moveTo>
                  <a:pt x="519963" y="180086"/>
                </a:moveTo>
                <a:lnTo>
                  <a:pt x="513524" y="132207"/>
                </a:lnTo>
                <a:lnTo>
                  <a:pt x="495376" y="89192"/>
                </a:lnTo>
                <a:lnTo>
                  <a:pt x="481076" y="70688"/>
                </a:lnTo>
                <a:lnTo>
                  <a:pt x="467220" y="52743"/>
                </a:lnTo>
                <a:lnTo>
                  <a:pt x="438010" y="30187"/>
                </a:lnTo>
                <a:lnTo>
                  <a:pt x="438010" y="168821"/>
                </a:lnTo>
                <a:lnTo>
                  <a:pt x="430301" y="207010"/>
                </a:lnTo>
                <a:lnTo>
                  <a:pt x="409270" y="238201"/>
                </a:lnTo>
                <a:lnTo>
                  <a:pt x="378079" y="259232"/>
                </a:lnTo>
                <a:lnTo>
                  <a:pt x="339877" y="266954"/>
                </a:lnTo>
                <a:lnTo>
                  <a:pt x="301675" y="259232"/>
                </a:lnTo>
                <a:lnTo>
                  <a:pt x="270484" y="238201"/>
                </a:lnTo>
                <a:lnTo>
                  <a:pt x="249453" y="207010"/>
                </a:lnTo>
                <a:lnTo>
                  <a:pt x="241744" y="168821"/>
                </a:lnTo>
                <a:lnTo>
                  <a:pt x="249453" y="130619"/>
                </a:lnTo>
                <a:lnTo>
                  <a:pt x="270484" y="99428"/>
                </a:lnTo>
                <a:lnTo>
                  <a:pt x="301675" y="78397"/>
                </a:lnTo>
                <a:lnTo>
                  <a:pt x="339877" y="70688"/>
                </a:lnTo>
                <a:lnTo>
                  <a:pt x="378079" y="78397"/>
                </a:lnTo>
                <a:lnTo>
                  <a:pt x="409270" y="99428"/>
                </a:lnTo>
                <a:lnTo>
                  <a:pt x="430301" y="130619"/>
                </a:lnTo>
                <a:lnTo>
                  <a:pt x="438010" y="168821"/>
                </a:lnTo>
                <a:lnTo>
                  <a:pt x="438010" y="30187"/>
                </a:lnTo>
                <a:lnTo>
                  <a:pt x="430771" y="24587"/>
                </a:lnTo>
                <a:lnTo>
                  <a:pt x="387756" y="6426"/>
                </a:lnTo>
                <a:lnTo>
                  <a:pt x="339877" y="0"/>
                </a:lnTo>
                <a:lnTo>
                  <a:pt x="291998" y="6426"/>
                </a:lnTo>
                <a:lnTo>
                  <a:pt x="248983" y="24587"/>
                </a:lnTo>
                <a:lnTo>
                  <a:pt x="212534" y="52743"/>
                </a:lnTo>
                <a:lnTo>
                  <a:pt x="184365" y="89192"/>
                </a:lnTo>
                <a:lnTo>
                  <a:pt x="166217" y="132207"/>
                </a:lnTo>
                <a:lnTo>
                  <a:pt x="159778" y="180086"/>
                </a:lnTo>
                <a:lnTo>
                  <a:pt x="187921" y="282727"/>
                </a:lnTo>
                <a:lnTo>
                  <a:pt x="249834" y="395274"/>
                </a:lnTo>
                <a:lnTo>
                  <a:pt x="311734" y="486041"/>
                </a:lnTo>
                <a:lnTo>
                  <a:pt x="339877" y="523341"/>
                </a:lnTo>
                <a:lnTo>
                  <a:pt x="368020" y="486041"/>
                </a:lnTo>
                <a:lnTo>
                  <a:pt x="429920" y="395274"/>
                </a:lnTo>
                <a:lnTo>
                  <a:pt x="491820" y="282727"/>
                </a:lnTo>
                <a:lnTo>
                  <a:pt x="496150" y="266954"/>
                </a:lnTo>
                <a:lnTo>
                  <a:pt x="519963" y="180086"/>
                </a:lnTo>
                <a:close/>
              </a:path>
              <a:path w="1267459" h="1040129">
                <a:moveTo>
                  <a:pt x="983589" y="422338"/>
                </a:moveTo>
                <a:lnTo>
                  <a:pt x="971029" y="418274"/>
                </a:lnTo>
                <a:lnTo>
                  <a:pt x="958557" y="414604"/>
                </a:lnTo>
                <a:lnTo>
                  <a:pt x="946226" y="411340"/>
                </a:lnTo>
                <a:lnTo>
                  <a:pt x="934046" y="408482"/>
                </a:lnTo>
                <a:lnTo>
                  <a:pt x="928382" y="433197"/>
                </a:lnTo>
                <a:lnTo>
                  <a:pt x="939838" y="435889"/>
                </a:lnTo>
                <a:lnTo>
                  <a:pt x="951471" y="438962"/>
                </a:lnTo>
                <a:lnTo>
                  <a:pt x="963231" y="442429"/>
                </a:lnTo>
                <a:lnTo>
                  <a:pt x="975093" y="446278"/>
                </a:lnTo>
                <a:lnTo>
                  <a:pt x="983589" y="422338"/>
                </a:lnTo>
                <a:close/>
              </a:path>
              <a:path w="1267459" h="1040129">
                <a:moveTo>
                  <a:pt x="1076833" y="463232"/>
                </a:moveTo>
                <a:lnTo>
                  <a:pt x="1065364" y="457238"/>
                </a:lnTo>
                <a:lnTo>
                  <a:pt x="1053896" y="451510"/>
                </a:lnTo>
                <a:lnTo>
                  <a:pt x="1042479" y="446062"/>
                </a:lnTo>
                <a:lnTo>
                  <a:pt x="1031163" y="440944"/>
                </a:lnTo>
                <a:lnTo>
                  <a:pt x="1020470" y="464007"/>
                </a:lnTo>
                <a:lnTo>
                  <a:pt x="1031341" y="468947"/>
                </a:lnTo>
                <a:lnTo>
                  <a:pt x="1042314" y="474167"/>
                </a:lnTo>
                <a:lnTo>
                  <a:pt x="1053338" y="479679"/>
                </a:lnTo>
                <a:lnTo>
                  <a:pt x="1064387" y="485457"/>
                </a:lnTo>
                <a:lnTo>
                  <a:pt x="1076833" y="463232"/>
                </a:lnTo>
                <a:close/>
              </a:path>
              <a:path w="1267459" h="1040129">
                <a:moveTo>
                  <a:pt x="1267015" y="697890"/>
                </a:moveTo>
                <a:lnTo>
                  <a:pt x="1206220" y="572782"/>
                </a:lnTo>
                <a:lnTo>
                  <a:pt x="1206220" y="662470"/>
                </a:lnTo>
                <a:lnTo>
                  <a:pt x="928471" y="680059"/>
                </a:lnTo>
                <a:lnTo>
                  <a:pt x="745604" y="848753"/>
                </a:lnTo>
                <a:lnTo>
                  <a:pt x="585216" y="366090"/>
                </a:lnTo>
                <a:lnTo>
                  <a:pt x="616178" y="339674"/>
                </a:lnTo>
                <a:lnTo>
                  <a:pt x="755878" y="220497"/>
                </a:lnTo>
                <a:lnTo>
                  <a:pt x="995845" y="229476"/>
                </a:lnTo>
                <a:lnTo>
                  <a:pt x="1122146" y="489445"/>
                </a:lnTo>
                <a:lnTo>
                  <a:pt x="1120686" y="488518"/>
                </a:lnTo>
                <a:lnTo>
                  <a:pt x="1106792" y="509905"/>
                </a:lnTo>
                <a:lnTo>
                  <a:pt x="1143990" y="534403"/>
                </a:lnTo>
                <a:lnTo>
                  <a:pt x="1206220" y="662470"/>
                </a:lnTo>
                <a:lnTo>
                  <a:pt x="1206220" y="572782"/>
                </a:lnTo>
                <a:lnTo>
                  <a:pt x="1165733" y="489445"/>
                </a:lnTo>
                <a:lnTo>
                  <a:pt x="1035062" y="220497"/>
                </a:lnTo>
                <a:lnTo>
                  <a:pt x="1020813" y="191173"/>
                </a:lnTo>
                <a:lnTo>
                  <a:pt x="742061" y="180759"/>
                </a:lnTo>
                <a:lnTo>
                  <a:pt x="555790" y="339674"/>
                </a:lnTo>
                <a:lnTo>
                  <a:pt x="509752" y="331571"/>
                </a:lnTo>
                <a:lnTo>
                  <a:pt x="505142" y="340423"/>
                </a:lnTo>
                <a:lnTo>
                  <a:pt x="500316" y="349440"/>
                </a:lnTo>
                <a:lnTo>
                  <a:pt x="495287" y="358597"/>
                </a:lnTo>
                <a:lnTo>
                  <a:pt x="490042" y="367893"/>
                </a:lnTo>
                <a:lnTo>
                  <a:pt x="547890" y="378091"/>
                </a:lnTo>
                <a:lnTo>
                  <a:pt x="610400" y="566140"/>
                </a:lnTo>
                <a:lnTo>
                  <a:pt x="606882" y="572528"/>
                </a:lnTo>
                <a:lnTo>
                  <a:pt x="603275" y="578789"/>
                </a:lnTo>
                <a:lnTo>
                  <a:pt x="599643" y="584847"/>
                </a:lnTo>
                <a:lnTo>
                  <a:pt x="620598" y="596874"/>
                </a:lnTo>
                <a:lnTo>
                  <a:pt x="709155" y="863333"/>
                </a:lnTo>
                <a:lnTo>
                  <a:pt x="429628" y="850557"/>
                </a:lnTo>
                <a:lnTo>
                  <a:pt x="206895" y="980871"/>
                </a:lnTo>
                <a:lnTo>
                  <a:pt x="133007" y="743204"/>
                </a:lnTo>
                <a:lnTo>
                  <a:pt x="142544" y="721956"/>
                </a:lnTo>
                <a:lnTo>
                  <a:pt x="135521" y="718947"/>
                </a:lnTo>
                <a:lnTo>
                  <a:pt x="129222" y="716064"/>
                </a:lnTo>
                <a:lnTo>
                  <a:pt x="123761" y="713435"/>
                </a:lnTo>
                <a:lnTo>
                  <a:pt x="46266" y="464134"/>
                </a:lnTo>
                <a:lnTo>
                  <a:pt x="191223" y="370535"/>
                </a:lnTo>
                <a:lnTo>
                  <a:pt x="186220" y="361721"/>
                </a:lnTo>
                <a:lnTo>
                  <a:pt x="181406" y="353047"/>
                </a:lnTo>
                <a:lnTo>
                  <a:pt x="176771" y="344487"/>
                </a:lnTo>
                <a:lnTo>
                  <a:pt x="172326" y="336067"/>
                </a:lnTo>
                <a:lnTo>
                  <a:pt x="0" y="447357"/>
                </a:lnTo>
                <a:lnTo>
                  <a:pt x="184099" y="1039622"/>
                </a:lnTo>
                <a:lnTo>
                  <a:pt x="284518" y="980871"/>
                </a:lnTo>
                <a:lnTo>
                  <a:pt x="439420" y="890257"/>
                </a:lnTo>
                <a:lnTo>
                  <a:pt x="743356" y="904151"/>
                </a:lnTo>
                <a:lnTo>
                  <a:pt x="758431" y="890257"/>
                </a:lnTo>
                <a:lnTo>
                  <a:pt x="787603" y="863333"/>
                </a:lnTo>
                <a:lnTo>
                  <a:pt x="803427" y="848753"/>
                </a:lnTo>
                <a:lnTo>
                  <a:pt x="944841" y="718299"/>
                </a:lnTo>
                <a:lnTo>
                  <a:pt x="1267015" y="697890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9846310" y="5830836"/>
            <a:ext cx="956944" cy="786765"/>
          </a:xfrm>
          <a:custGeom>
            <a:avLst/>
            <a:gdLst/>
            <a:ahLst/>
            <a:cxnLst/>
            <a:rect l="l" t="t" r="r" b="b"/>
            <a:pathLst>
              <a:path w="956945" h="786765">
                <a:moveTo>
                  <a:pt x="378675" y="484619"/>
                </a:moveTo>
                <a:lnTo>
                  <a:pt x="360616" y="466559"/>
                </a:lnTo>
                <a:lnTo>
                  <a:pt x="355092" y="466559"/>
                </a:lnTo>
                <a:lnTo>
                  <a:pt x="337032" y="484619"/>
                </a:lnTo>
                <a:lnTo>
                  <a:pt x="337032" y="504825"/>
                </a:lnTo>
                <a:lnTo>
                  <a:pt x="355092" y="522884"/>
                </a:lnTo>
                <a:lnTo>
                  <a:pt x="357847" y="522884"/>
                </a:lnTo>
                <a:lnTo>
                  <a:pt x="360616" y="522884"/>
                </a:lnTo>
                <a:lnTo>
                  <a:pt x="378675" y="504774"/>
                </a:lnTo>
                <a:lnTo>
                  <a:pt x="378675" y="484619"/>
                </a:lnTo>
                <a:close/>
              </a:path>
              <a:path w="956945" h="786765">
                <a:moveTo>
                  <a:pt x="378675" y="182753"/>
                </a:moveTo>
                <a:lnTo>
                  <a:pt x="360616" y="164693"/>
                </a:lnTo>
                <a:lnTo>
                  <a:pt x="355092" y="164693"/>
                </a:lnTo>
                <a:lnTo>
                  <a:pt x="337032" y="182753"/>
                </a:lnTo>
                <a:lnTo>
                  <a:pt x="337032" y="399719"/>
                </a:lnTo>
                <a:lnTo>
                  <a:pt x="355092" y="417779"/>
                </a:lnTo>
                <a:lnTo>
                  <a:pt x="357847" y="417779"/>
                </a:lnTo>
                <a:lnTo>
                  <a:pt x="360616" y="417779"/>
                </a:lnTo>
                <a:lnTo>
                  <a:pt x="378675" y="399719"/>
                </a:lnTo>
                <a:lnTo>
                  <a:pt x="378675" y="182753"/>
                </a:lnTo>
                <a:close/>
              </a:path>
              <a:path w="956945" h="786765">
                <a:moveTo>
                  <a:pt x="868045" y="513283"/>
                </a:moveTo>
                <a:lnTo>
                  <a:pt x="862431" y="467944"/>
                </a:lnTo>
                <a:lnTo>
                  <a:pt x="845921" y="425373"/>
                </a:lnTo>
                <a:lnTo>
                  <a:pt x="826414" y="396176"/>
                </a:lnTo>
                <a:lnTo>
                  <a:pt x="826414" y="513283"/>
                </a:lnTo>
                <a:lnTo>
                  <a:pt x="826236" y="520395"/>
                </a:lnTo>
                <a:lnTo>
                  <a:pt x="817905" y="562025"/>
                </a:lnTo>
                <a:lnTo>
                  <a:pt x="797788" y="599452"/>
                </a:lnTo>
                <a:lnTo>
                  <a:pt x="746048" y="642632"/>
                </a:lnTo>
                <a:lnTo>
                  <a:pt x="703148" y="656183"/>
                </a:lnTo>
                <a:lnTo>
                  <a:pt x="658533" y="656183"/>
                </a:lnTo>
                <a:lnTo>
                  <a:pt x="615632" y="642632"/>
                </a:lnTo>
                <a:lnTo>
                  <a:pt x="577862" y="615518"/>
                </a:lnTo>
                <a:lnTo>
                  <a:pt x="552450" y="581482"/>
                </a:lnTo>
                <a:lnTo>
                  <a:pt x="538060" y="541515"/>
                </a:lnTo>
                <a:lnTo>
                  <a:pt x="535266" y="513283"/>
                </a:lnTo>
                <a:lnTo>
                  <a:pt x="535444" y="506171"/>
                </a:lnTo>
                <a:lnTo>
                  <a:pt x="543763" y="464527"/>
                </a:lnTo>
                <a:lnTo>
                  <a:pt x="563905" y="427101"/>
                </a:lnTo>
                <a:lnTo>
                  <a:pt x="599948" y="392976"/>
                </a:lnTo>
                <a:lnTo>
                  <a:pt x="638721" y="374789"/>
                </a:lnTo>
                <a:lnTo>
                  <a:pt x="666661" y="369316"/>
                </a:lnTo>
                <a:lnTo>
                  <a:pt x="666978" y="369316"/>
                </a:lnTo>
                <a:lnTo>
                  <a:pt x="681113" y="368681"/>
                </a:lnTo>
                <a:lnTo>
                  <a:pt x="723023" y="374789"/>
                </a:lnTo>
                <a:lnTo>
                  <a:pt x="761746" y="392976"/>
                </a:lnTo>
                <a:lnTo>
                  <a:pt x="793394" y="421513"/>
                </a:lnTo>
                <a:lnTo>
                  <a:pt x="815340" y="457898"/>
                </a:lnTo>
                <a:lnTo>
                  <a:pt x="825715" y="499084"/>
                </a:lnTo>
                <a:lnTo>
                  <a:pt x="826414" y="513283"/>
                </a:lnTo>
                <a:lnTo>
                  <a:pt x="826414" y="396176"/>
                </a:lnTo>
                <a:lnTo>
                  <a:pt x="796226" y="368655"/>
                </a:lnTo>
                <a:lnTo>
                  <a:pt x="728345" y="333133"/>
                </a:lnTo>
                <a:lnTo>
                  <a:pt x="680834" y="327075"/>
                </a:lnTo>
                <a:lnTo>
                  <a:pt x="633336" y="333133"/>
                </a:lnTo>
                <a:lnTo>
                  <a:pt x="588378" y="351269"/>
                </a:lnTo>
                <a:lnTo>
                  <a:pt x="548500" y="381508"/>
                </a:lnTo>
                <a:lnTo>
                  <a:pt x="520280" y="417423"/>
                </a:lnTo>
                <a:lnTo>
                  <a:pt x="501700" y="459130"/>
                </a:lnTo>
                <a:lnTo>
                  <a:pt x="493852" y="504113"/>
                </a:lnTo>
                <a:lnTo>
                  <a:pt x="493801" y="506171"/>
                </a:lnTo>
                <a:lnTo>
                  <a:pt x="493623" y="513283"/>
                </a:lnTo>
                <a:lnTo>
                  <a:pt x="499249" y="558609"/>
                </a:lnTo>
                <a:lnTo>
                  <a:pt x="515759" y="601179"/>
                </a:lnTo>
                <a:lnTo>
                  <a:pt x="542150" y="638429"/>
                </a:lnTo>
                <a:lnTo>
                  <a:pt x="576872" y="668248"/>
                </a:lnTo>
                <a:lnTo>
                  <a:pt x="626630" y="691591"/>
                </a:lnTo>
                <a:lnTo>
                  <a:pt x="680847" y="699477"/>
                </a:lnTo>
                <a:lnTo>
                  <a:pt x="699262" y="698627"/>
                </a:lnTo>
                <a:lnTo>
                  <a:pt x="752424" y="685419"/>
                </a:lnTo>
                <a:lnTo>
                  <a:pt x="799490" y="657402"/>
                </a:lnTo>
                <a:lnTo>
                  <a:pt x="800836" y="656183"/>
                </a:lnTo>
                <a:lnTo>
                  <a:pt x="813168" y="645045"/>
                </a:lnTo>
                <a:lnTo>
                  <a:pt x="841387" y="609130"/>
                </a:lnTo>
                <a:lnTo>
                  <a:pt x="859980" y="567423"/>
                </a:lnTo>
                <a:lnTo>
                  <a:pt x="867816" y="522439"/>
                </a:lnTo>
                <a:lnTo>
                  <a:pt x="867867" y="520395"/>
                </a:lnTo>
                <a:lnTo>
                  <a:pt x="868045" y="513283"/>
                </a:lnTo>
                <a:close/>
              </a:path>
              <a:path w="956945" h="786765">
                <a:moveTo>
                  <a:pt x="956449" y="519772"/>
                </a:moveTo>
                <a:lnTo>
                  <a:pt x="954455" y="479132"/>
                </a:lnTo>
                <a:lnTo>
                  <a:pt x="946543" y="439762"/>
                </a:lnTo>
                <a:lnTo>
                  <a:pt x="932853" y="401662"/>
                </a:lnTo>
                <a:lnTo>
                  <a:pt x="923950" y="383882"/>
                </a:lnTo>
                <a:lnTo>
                  <a:pt x="920686" y="377532"/>
                </a:lnTo>
                <a:lnTo>
                  <a:pt x="917270" y="371182"/>
                </a:lnTo>
                <a:lnTo>
                  <a:pt x="914895" y="367779"/>
                </a:lnTo>
                <a:lnTo>
                  <a:pt x="914895" y="504532"/>
                </a:lnTo>
                <a:lnTo>
                  <a:pt x="914895" y="519772"/>
                </a:lnTo>
                <a:lnTo>
                  <a:pt x="908900" y="565492"/>
                </a:lnTo>
                <a:lnTo>
                  <a:pt x="894143" y="608672"/>
                </a:lnTo>
                <a:lnTo>
                  <a:pt x="871194" y="648042"/>
                </a:lnTo>
                <a:lnTo>
                  <a:pt x="856919" y="665822"/>
                </a:lnTo>
                <a:lnTo>
                  <a:pt x="851776" y="672172"/>
                </a:lnTo>
                <a:lnTo>
                  <a:pt x="809688" y="706462"/>
                </a:lnTo>
                <a:lnTo>
                  <a:pt x="768972" y="728052"/>
                </a:lnTo>
                <a:lnTo>
                  <a:pt x="725576" y="740752"/>
                </a:lnTo>
                <a:lnTo>
                  <a:pt x="680847" y="744562"/>
                </a:lnTo>
                <a:lnTo>
                  <a:pt x="636104" y="740752"/>
                </a:lnTo>
                <a:lnTo>
                  <a:pt x="592709" y="728052"/>
                </a:lnTo>
                <a:lnTo>
                  <a:pt x="551992" y="706462"/>
                </a:lnTo>
                <a:lnTo>
                  <a:pt x="515302" y="677252"/>
                </a:lnTo>
                <a:lnTo>
                  <a:pt x="504748" y="665822"/>
                </a:lnTo>
                <a:lnTo>
                  <a:pt x="495033" y="654392"/>
                </a:lnTo>
                <a:lnTo>
                  <a:pt x="467525" y="608672"/>
                </a:lnTo>
                <a:lnTo>
                  <a:pt x="452767" y="565492"/>
                </a:lnTo>
                <a:lnTo>
                  <a:pt x="447154" y="527392"/>
                </a:lnTo>
                <a:lnTo>
                  <a:pt x="447090" y="526122"/>
                </a:lnTo>
                <a:lnTo>
                  <a:pt x="446773" y="519772"/>
                </a:lnTo>
                <a:lnTo>
                  <a:pt x="446773" y="504532"/>
                </a:lnTo>
                <a:lnTo>
                  <a:pt x="447154" y="496912"/>
                </a:lnTo>
                <a:lnTo>
                  <a:pt x="454634" y="452462"/>
                </a:lnTo>
                <a:lnTo>
                  <a:pt x="470801" y="409282"/>
                </a:lnTo>
                <a:lnTo>
                  <a:pt x="495033" y="371182"/>
                </a:lnTo>
                <a:lnTo>
                  <a:pt x="504748" y="359752"/>
                </a:lnTo>
                <a:lnTo>
                  <a:pt x="509892" y="353402"/>
                </a:lnTo>
                <a:lnTo>
                  <a:pt x="515302" y="348322"/>
                </a:lnTo>
                <a:lnTo>
                  <a:pt x="532422" y="333082"/>
                </a:lnTo>
                <a:lnTo>
                  <a:pt x="545325" y="323278"/>
                </a:lnTo>
                <a:lnTo>
                  <a:pt x="545858" y="323088"/>
                </a:lnTo>
                <a:lnTo>
                  <a:pt x="550672" y="320294"/>
                </a:lnTo>
                <a:lnTo>
                  <a:pt x="552716" y="318490"/>
                </a:lnTo>
                <a:lnTo>
                  <a:pt x="553377" y="317614"/>
                </a:lnTo>
                <a:lnTo>
                  <a:pt x="570433" y="307682"/>
                </a:lnTo>
                <a:lnTo>
                  <a:pt x="613041" y="289902"/>
                </a:lnTo>
                <a:lnTo>
                  <a:pt x="657809" y="281012"/>
                </a:lnTo>
                <a:lnTo>
                  <a:pt x="680847" y="279742"/>
                </a:lnTo>
                <a:lnTo>
                  <a:pt x="703884" y="281012"/>
                </a:lnTo>
                <a:lnTo>
                  <a:pt x="748639" y="289902"/>
                </a:lnTo>
                <a:lnTo>
                  <a:pt x="791248" y="307682"/>
                </a:lnTo>
                <a:lnTo>
                  <a:pt x="829246" y="333082"/>
                </a:lnTo>
                <a:lnTo>
                  <a:pt x="856919" y="359752"/>
                </a:lnTo>
                <a:lnTo>
                  <a:pt x="866635" y="371182"/>
                </a:lnTo>
                <a:lnTo>
                  <a:pt x="890866" y="409282"/>
                </a:lnTo>
                <a:lnTo>
                  <a:pt x="907046" y="452462"/>
                </a:lnTo>
                <a:lnTo>
                  <a:pt x="914527" y="496912"/>
                </a:lnTo>
                <a:lnTo>
                  <a:pt x="914641" y="499452"/>
                </a:lnTo>
                <a:lnTo>
                  <a:pt x="914895" y="504532"/>
                </a:lnTo>
                <a:lnTo>
                  <a:pt x="914895" y="367779"/>
                </a:lnTo>
                <a:lnTo>
                  <a:pt x="913726" y="366102"/>
                </a:lnTo>
                <a:lnTo>
                  <a:pt x="910031" y="359752"/>
                </a:lnTo>
                <a:lnTo>
                  <a:pt x="906195" y="354672"/>
                </a:lnTo>
                <a:lnTo>
                  <a:pt x="902233" y="349592"/>
                </a:lnTo>
                <a:lnTo>
                  <a:pt x="898144" y="343242"/>
                </a:lnTo>
                <a:lnTo>
                  <a:pt x="875728" y="319112"/>
                </a:lnTo>
                <a:lnTo>
                  <a:pt x="870877" y="314032"/>
                </a:lnTo>
                <a:lnTo>
                  <a:pt x="865911" y="308952"/>
                </a:lnTo>
                <a:lnTo>
                  <a:pt x="860831" y="305142"/>
                </a:lnTo>
                <a:lnTo>
                  <a:pt x="855649" y="300062"/>
                </a:lnTo>
                <a:lnTo>
                  <a:pt x="816622" y="273392"/>
                </a:lnTo>
                <a:lnTo>
                  <a:pt x="810691" y="270852"/>
                </a:lnTo>
                <a:lnTo>
                  <a:pt x="804684" y="267042"/>
                </a:lnTo>
                <a:lnTo>
                  <a:pt x="792454" y="261962"/>
                </a:lnTo>
                <a:lnTo>
                  <a:pt x="767232" y="251802"/>
                </a:lnTo>
                <a:lnTo>
                  <a:pt x="760780" y="250532"/>
                </a:lnTo>
                <a:lnTo>
                  <a:pt x="754291" y="247992"/>
                </a:lnTo>
                <a:lnTo>
                  <a:pt x="707834" y="239102"/>
                </a:lnTo>
                <a:lnTo>
                  <a:pt x="653859" y="239102"/>
                </a:lnTo>
                <a:lnTo>
                  <a:pt x="607402" y="247992"/>
                </a:lnTo>
                <a:lnTo>
                  <a:pt x="600900" y="250532"/>
                </a:lnTo>
                <a:lnTo>
                  <a:pt x="594461" y="251802"/>
                </a:lnTo>
                <a:lnTo>
                  <a:pt x="569239" y="261962"/>
                </a:lnTo>
                <a:lnTo>
                  <a:pt x="557009" y="267042"/>
                </a:lnTo>
                <a:lnTo>
                  <a:pt x="551002" y="270852"/>
                </a:lnTo>
                <a:lnTo>
                  <a:pt x="545071" y="273392"/>
                </a:lnTo>
                <a:lnTo>
                  <a:pt x="544499" y="273773"/>
                </a:lnTo>
                <a:lnTo>
                  <a:pt x="509981" y="214337"/>
                </a:lnTo>
                <a:lnTo>
                  <a:pt x="509981" y="297230"/>
                </a:lnTo>
                <a:lnTo>
                  <a:pt x="506031" y="300062"/>
                </a:lnTo>
                <a:lnTo>
                  <a:pt x="500849" y="305142"/>
                </a:lnTo>
                <a:lnTo>
                  <a:pt x="495769" y="308952"/>
                </a:lnTo>
                <a:lnTo>
                  <a:pt x="490804" y="314032"/>
                </a:lnTo>
                <a:lnTo>
                  <a:pt x="485952" y="319112"/>
                </a:lnTo>
                <a:lnTo>
                  <a:pt x="481228" y="322922"/>
                </a:lnTo>
                <a:lnTo>
                  <a:pt x="459447" y="349592"/>
                </a:lnTo>
                <a:lnTo>
                  <a:pt x="455485" y="354672"/>
                </a:lnTo>
                <a:lnTo>
                  <a:pt x="451650" y="359752"/>
                </a:lnTo>
                <a:lnTo>
                  <a:pt x="447967" y="366102"/>
                </a:lnTo>
                <a:lnTo>
                  <a:pt x="444411" y="371182"/>
                </a:lnTo>
                <a:lnTo>
                  <a:pt x="441007" y="377532"/>
                </a:lnTo>
                <a:lnTo>
                  <a:pt x="437743" y="383882"/>
                </a:lnTo>
                <a:lnTo>
                  <a:pt x="434619" y="388962"/>
                </a:lnTo>
                <a:lnTo>
                  <a:pt x="419087" y="427062"/>
                </a:lnTo>
                <a:lnTo>
                  <a:pt x="409219" y="465162"/>
                </a:lnTo>
                <a:lnTo>
                  <a:pt x="405282" y="504532"/>
                </a:lnTo>
                <a:lnTo>
                  <a:pt x="405231" y="519772"/>
                </a:lnTo>
                <a:lnTo>
                  <a:pt x="405485" y="526122"/>
                </a:lnTo>
                <a:lnTo>
                  <a:pt x="409219" y="559142"/>
                </a:lnTo>
                <a:lnTo>
                  <a:pt x="410451" y="566762"/>
                </a:lnTo>
                <a:lnTo>
                  <a:pt x="411861" y="573112"/>
                </a:lnTo>
                <a:lnTo>
                  <a:pt x="413423" y="579462"/>
                </a:lnTo>
                <a:lnTo>
                  <a:pt x="415150" y="585812"/>
                </a:lnTo>
                <a:lnTo>
                  <a:pt x="415709" y="587705"/>
                </a:lnTo>
                <a:lnTo>
                  <a:pt x="47891" y="587705"/>
                </a:lnTo>
                <a:lnTo>
                  <a:pt x="45427" y="587768"/>
                </a:lnTo>
                <a:lnTo>
                  <a:pt x="43586" y="586714"/>
                </a:lnTo>
                <a:lnTo>
                  <a:pt x="42392" y="584542"/>
                </a:lnTo>
                <a:lnTo>
                  <a:pt x="41135" y="582523"/>
                </a:lnTo>
                <a:lnTo>
                  <a:pt x="41135" y="580491"/>
                </a:lnTo>
                <a:lnTo>
                  <a:pt x="42392" y="578472"/>
                </a:lnTo>
                <a:lnTo>
                  <a:pt x="352920" y="43789"/>
                </a:lnTo>
                <a:lnTo>
                  <a:pt x="353707" y="43027"/>
                </a:lnTo>
                <a:lnTo>
                  <a:pt x="355663" y="41910"/>
                </a:lnTo>
                <a:lnTo>
                  <a:pt x="356717" y="41630"/>
                </a:lnTo>
                <a:lnTo>
                  <a:pt x="358978" y="41630"/>
                </a:lnTo>
                <a:lnTo>
                  <a:pt x="360032" y="41910"/>
                </a:lnTo>
                <a:lnTo>
                  <a:pt x="362000" y="43027"/>
                </a:lnTo>
                <a:lnTo>
                  <a:pt x="362775" y="43789"/>
                </a:lnTo>
                <a:lnTo>
                  <a:pt x="509981" y="297230"/>
                </a:lnTo>
                <a:lnTo>
                  <a:pt x="509981" y="214337"/>
                </a:lnTo>
                <a:lnTo>
                  <a:pt x="397243" y="20218"/>
                </a:lnTo>
                <a:lnTo>
                  <a:pt x="362051" y="0"/>
                </a:lnTo>
                <a:lnTo>
                  <a:pt x="353656" y="0"/>
                </a:lnTo>
                <a:lnTo>
                  <a:pt x="318452" y="20218"/>
                </a:lnTo>
                <a:lnTo>
                  <a:pt x="6400" y="557644"/>
                </a:lnTo>
                <a:lnTo>
                  <a:pt x="0" y="573024"/>
                </a:lnTo>
                <a:lnTo>
                  <a:pt x="0" y="590118"/>
                </a:lnTo>
                <a:lnTo>
                  <a:pt x="31369" y="627253"/>
                </a:lnTo>
                <a:lnTo>
                  <a:pt x="39344" y="629386"/>
                </a:lnTo>
                <a:lnTo>
                  <a:pt x="47891" y="629373"/>
                </a:lnTo>
                <a:lnTo>
                  <a:pt x="431241" y="629373"/>
                </a:lnTo>
                <a:lnTo>
                  <a:pt x="431647" y="630262"/>
                </a:lnTo>
                <a:lnTo>
                  <a:pt x="434619" y="636612"/>
                </a:lnTo>
                <a:lnTo>
                  <a:pt x="437743" y="641692"/>
                </a:lnTo>
                <a:lnTo>
                  <a:pt x="441007" y="648042"/>
                </a:lnTo>
                <a:lnTo>
                  <a:pt x="444411" y="654392"/>
                </a:lnTo>
                <a:lnTo>
                  <a:pt x="447967" y="659472"/>
                </a:lnTo>
                <a:lnTo>
                  <a:pt x="451650" y="664552"/>
                </a:lnTo>
                <a:lnTo>
                  <a:pt x="455485" y="670902"/>
                </a:lnTo>
                <a:lnTo>
                  <a:pt x="459447" y="675982"/>
                </a:lnTo>
                <a:lnTo>
                  <a:pt x="463550" y="681062"/>
                </a:lnTo>
                <a:lnTo>
                  <a:pt x="467779" y="686142"/>
                </a:lnTo>
                <a:lnTo>
                  <a:pt x="472135" y="692492"/>
                </a:lnTo>
                <a:lnTo>
                  <a:pt x="476618" y="696302"/>
                </a:lnTo>
                <a:lnTo>
                  <a:pt x="481228" y="701382"/>
                </a:lnTo>
                <a:lnTo>
                  <a:pt x="485952" y="706462"/>
                </a:lnTo>
                <a:lnTo>
                  <a:pt x="516648" y="733132"/>
                </a:lnTo>
                <a:lnTo>
                  <a:pt x="550938" y="754722"/>
                </a:lnTo>
                <a:lnTo>
                  <a:pt x="588035" y="771232"/>
                </a:lnTo>
                <a:lnTo>
                  <a:pt x="640435" y="783932"/>
                </a:lnTo>
                <a:lnTo>
                  <a:pt x="667308" y="786472"/>
                </a:lnTo>
                <a:lnTo>
                  <a:pt x="694372" y="786472"/>
                </a:lnTo>
                <a:lnTo>
                  <a:pt x="747801" y="778852"/>
                </a:lnTo>
                <a:lnTo>
                  <a:pt x="798677" y="761072"/>
                </a:lnTo>
                <a:lnTo>
                  <a:pt x="828230" y="744562"/>
                </a:lnTo>
                <a:lnTo>
                  <a:pt x="833958" y="740752"/>
                </a:lnTo>
                <a:lnTo>
                  <a:pt x="865924" y="715352"/>
                </a:lnTo>
                <a:lnTo>
                  <a:pt x="885063" y="696302"/>
                </a:lnTo>
                <a:lnTo>
                  <a:pt x="889546" y="692492"/>
                </a:lnTo>
                <a:lnTo>
                  <a:pt x="893902" y="686142"/>
                </a:lnTo>
                <a:lnTo>
                  <a:pt x="898144" y="681062"/>
                </a:lnTo>
                <a:lnTo>
                  <a:pt x="902233" y="675982"/>
                </a:lnTo>
                <a:lnTo>
                  <a:pt x="906195" y="670902"/>
                </a:lnTo>
                <a:lnTo>
                  <a:pt x="910031" y="664552"/>
                </a:lnTo>
                <a:lnTo>
                  <a:pt x="913726" y="659472"/>
                </a:lnTo>
                <a:lnTo>
                  <a:pt x="917270" y="654392"/>
                </a:lnTo>
                <a:lnTo>
                  <a:pt x="920686" y="648042"/>
                </a:lnTo>
                <a:lnTo>
                  <a:pt x="923950" y="641692"/>
                </a:lnTo>
                <a:lnTo>
                  <a:pt x="927074" y="636612"/>
                </a:lnTo>
                <a:lnTo>
                  <a:pt x="942606" y="598512"/>
                </a:lnTo>
                <a:lnTo>
                  <a:pt x="952474" y="559142"/>
                </a:lnTo>
                <a:lnTo>
                  <a:pt x="953541" y="552792"/>
                </a:lnTo>
                <a:lnTo>
                  <a:pt x="954455" y="546442"/>
                </a:lnTo>
                <a:lnTo>
                  <a:pt x="955205" y="540092"/>
                </a:lnTo>
                <a:lnTo>
                  <a:pt x="955789" y="532472"/>
                </a:lnTo>
                <a:lnTo>
                  <a:pt x="956208" y="526122"/>
                </a:lnTo>
                <a:lnTo>
                  <a:pt x="956449" y="519772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bg 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57090" y="6473897"/>
            <a:ext cx="164147" cy="162334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0711193" y="6526987"/>
            <a:ext cx="306705" cy="304800"/>
          </a:xfrm>
          <a:custGeom>
            <a:avLst/>
            <a:gdLst/>
            <a:ahLst/>
            <a:cxnLst/>
            <a:rect l="l" t="t" r="r" b="b"/>
            <a:pathLst>
              <a:path w="306704" h="304800">
                <a:moveTo>
                  <a:pt x="205982" y="304646"/>
                </a:moveTo>
                <a:lnTo>
                  <a:pt x="202456" y="304646"/>
                </a:lnTo>
                <a:lnTo>
                  <a:pt x="200700" y="304503"/>
                </a:lnTo>
                <a:lnTo>
                  <a:pt x="160558" y="293763"/>
                </a:lnTo>
                <a:lnTo>
                  <a:pt x="128211" y="267680"/>
                </a:lnTo>
                <a:lnTo>
                  <a:pt x="3149" y="113815"/>
                </a:lnTo>
                <a:lnTo>
                  <a:pt x="0" y="104151"/>
                </a:lnTo>
                <a:lnTo>
                  <a:pt x="274" y="98990"/>
                </a:lnTo>
                <a:lnTo>
                  <a:pt x="90262" y="4361"/>
                </a:lnTo>
                <a:lnTo>
                  <a:pt x="104588" y="0"/>
                </a:lnTo>
                <a:lnTo>
                  <a:pt x="106670" y="271"/>
                </a:lnTo>
                <a:lnTo>
                  <a:pt x="106918" y="271"/>
                </a:lnTo>
                <a:lnTo>
                  <a:pt x="111961" y="1898"/>
                </a:lnTo>
                <a:lnTo>
                  <a:pt x="114178" y="3093"/>
                </a:lnTo>
                <a:lnTo>
                  <a:pt x="171106" y="48860"/>
                </a:lnTo>
                <a:lnTo>
                  <a:pt x="104594" y="48860"/>
                </a:lnTo>
                <a:lnTo>
                  <a:pt x="48991" y="104151"/>
                </a:lnTo>
                <a:lnTo>
                  <a:pt x="163110" y="244606"/>
                </a:lnTo>
                <a:lnTo>
                  <a:pt x="198849" y="262719"/>
                </a:lnTo>
                <a:lnTo>
                  <a:pt x="207027" y="263148"/>
                </a:lnTo>
                <a:lnTo>
                  <a:pt x="287365" y="263148"/>
                </a:lnTo>
                <a:lnTo>
                  <a:pt x="286039" y="265177"/>
                </a:lnTo>
                <a:lnTo>
                  <a:pt x="253126" y="292875"/>
                </a:lnTo>
                <a:lnTo>
                  <a:pt x="215821" y="304167"/>
                </a:lnTo>
                <a:lnTo>
                  <a:pt x="205982" y="304646"/>
                </a:lnTo>
                <a:close/>
              </a:path>
              <a:path w="306704" h="304800">
                <a:moveTo>
                  <a:pt x="287365" y="263148"/>
                </a:moveTo>
                <a:lnTo>
                  <a:pt x="207027" y="263148"/>
                </a:lnTo>
                <a:lnTo>
                  <a:pt x="211094" y="262937"/>
                </a:lnTo>
                <a:lnTo>
                  <a:pt x="219185" y="261665"/>
                </a:lnTo>
                <a:lnTo>
                  <a:pt x="252820" y="239989"/>
                </a:lnTo>
                <a:lnTo>
                  <a:pt x="264545" y="206722"/>
                </a:lnTo>
                <a:lnTo>
                  <a:pt x="264583" y="205999"/>
                </a:lnTo>
                <a:lnTo>
                  <a:pt x="248834" y="165328"/>
                </a:lnTo>
                <a:lnTo>
                  <a:pt x="104594" y="48860"/>
                </a:lnTo>
                <a:lnTo>
                  <a:pt x="171106" y="48860"/>
                </a:lnTo>
                <a:lnTo>
                  <a:pt x="274326" y="131844"/>
                </a:lnTo>
                <a:lnTo>
                  <a:pt x="298301" y="165870"/>
                </a:lnTo>
                <a:lnTo>
                  <a:pt x="306240" y="205999"/>
                </a:lnTo>
                <a:lnTo>
                  <a:pt x="306278" y="206722"/>
                </a:lnTo>
                <a:lnTo>
                  <a:pt x="296867" y="247268"/>
                </a:lnTo>
                <a:lnTo>
                  <a:pt x="293694" y="253461"/>
                </a:lnTo>
                <a:lnTo>
                  <a:pt x="287365" y="263148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9774133" y="7867811"/>
            <a:ext cx="1245235" cy="1028700"/>
          </a:xfrm>
          <a:custGeom>
            <a:avLst/>
            <a:gdLst/>
            <a:ahLst/>
            <a:cxnLst/>
            <a:rect l="l" t="t" r="r" b="b"/>
            <a:pathLst>
              <a:path w="1245234" h="1028700">
                <a:moveTo>
                  <a:pt x="1185981" y="847090"/>
                </a:moveTo>
                <a:lnTo>
                  <a:pt x="59079" y="847090"/>
                </a:lnTo>
                <a:lnTo>
                  <a:pt x="50341" y="844550"/>
                </a:lnTo>
                <a:lnTo>
                  <a:pt x="16821" y="824230"/>
                </a:lnTo>
                <a:lnTo>
                  <a:pt x="451" y="788670"/>
                </a:lnTo>
                <a:lnTo>
                  <a:pt x="0" y="783590"/>
                </a:lnTo>
                <a:lnTo>
                  <a:pt x="103" y="62230"/>
                </a:lnTo>
                <a:lnTo>
                  <a:pt x="13969" y="25400"/>
                </a:lnTo>
                <a:lnTo>
                  <a:pt x="16786" y="22860"/>
                </a:lnTo>
                <a:lnTo>
                  <a:pt x="23093" y="16510"/>
                </a:lnTo>
                <a:lnTo>
                  <a:pt x="59075" y="0"/>
                </a:lnTo>
                <a:lnTo>
                  <a:pt x="1183802" y="0"/>
                </a:lnTo>
                <a:lnTo>
                  <a:pt x="1220194" y="15240"/>
                </a:lnTo>
                <a:lnTo>
                  <a:pt x="1235684" y="33020"/>
                </a:lnTo>
                <a:lnTo>
                  <a:pt x="63456" y="33020"/>
                </a:lnTo>
                <a:lnTo>
                  <a:pt x="59134" y="34290"/>
                </a:lnTo>
                <a:lnTo>
                  <a:pt x="34026" y="671830"/>
                </a:lnTo>
                <a:lnTo>
                  <a:pt x="1245067" y="671830"/>
                </a:lnTo>
                <a:lnTo>
                  <a:pt x="1245066" y="742950"/>
                </a:lnTo>
                <a:lnTo>
                  <a:pt x="593147" y="742950"/>
                </a:lnTo>
                <a:lnTo>
                  <a:pt x="588976" y="744220"/>
                </a:lnTo>
                <a:lnTo>
                  <a:pt x="587135" y="745490"/>
                </a:lnTo>
                <a:lnTo>
                  <a:pt x="583943" y="749300"/>
                </a:lnTo>
                <a:lnTo>
                  <a:pt x="582712" y="750570"/>
                </a:lnTo>
                <a:lnTo>
                  <a:pt x="580553" y="756920"/>
                </a:lnTo>
                <a:lnTo>
                  <a:pt x="580553" y="762000"/>
                </a:lnTo>
                <a:lnTo>
                  <a:pt x="580985" y="764540"/>
                </a:lnTo>
                <a:lnTo>
                  <a:pt x="582712" y="768350"/>
                </a:lnTo>
                <a:lnTo>
                  <a:pt x="583943" y="769620"/>
                </a:lnTo>
                <a:lnTo>
                  <a:pt x="587135" y="773430"/>
                </a:lnTo>
                <a:lnTo>
                  <a:pt x="588976" y="774700"/>
                </a:lnTo>
                <a:lnTo>
                  <a:pt x="593147" y="775970"/>
                </a:lnTo>
                <a:lnTo>
                  <a:pt x="1245066" y="775970"/>
                </a:lnTo>
                <a:lnTo>
                  <a:pt x="1245066" y="783590"/>
                </a:lnTo>
                <a:lnTo>
                  <a:pt x="1231090" y="820420"/>
                </a:lnTo>
                <a:lnTo>
                  <a:pt x="1194726" y="844550"/>
                </a:lnTo>
                <a:lnTo>
                  <a:pt x="1185981" y="847090"/>
                </a:lnTo>
                <a:close/>
              </a:path>
              <a:path w="1245234" h="1028700">
                <a:moveTo>
                  <a:pt x="1245067" y="671830"/>
                </a:moveTo>
                <a:lnTo>
                  <a:pt x="1211031" y="671830"/>
                </a:lnTo>
                <a:lnTo>
                  <a:pt x="1211035" y="62230"/>
                </a:lnTo>
                <a:lnTo>
                  <a:pt x="1210176" y="58420"/>
                </a:lnTo>
                <a:lnTo>
                  <a:pt x="1181606" y="33020"/>
                </a:lnTo>
                <a:lnTo>
                  <a:pt x="1235684" y="33020"/>
                </a:lnTo>
                <a:lnTo>
                  <a:pt x="1245077" y="67310"/>
                </a:lnTo>
                <a:lnTo>
                  <a:pt x="1245067" y="671830"/>
                </a:lnTo>
                <a:close/>
              </a:path>
              <a:path w="1245234" h="1028700">
                <a:moveTo>
                  <a:pt x="940971" y="421640"/>
                </a:moveTo>
                <a:lnTo>
                  <a:pt x="916082" y="421640"/>
                </a:lnTo>
                <a:lnTo>
                  <a:pt x="891444" y="417830"/>
                </a:lnTo>
                <a:lnTo>
                  <a:pt x="875433" y="414020"/>
                </a:lnTo>
                <a:lnTo>
                  <a:pt x="867647" y="410210"/>
                </a:lnTo>
                <a:lnTo>
                  <a:pt x="852518" y="403860"/>
                </a:lnTo>
                <a:lnTo>
                  <a:pt x="812524" y="374650"/>
                </a:lnTo>
                <a:lnTo>
                  <a:pt x="783401" y="334010"/>
                </a:lnTo>
                <a:lnTo>
                  <a:pt x="767937" y="287020"/>
                </a:lnTo>
                <a:lnTo>
                  <a:pt x="765993" y="265430"/>
                </a:lnTo>
                <a:lnTo>
                  <a:pt x="766002" y="254000"/>
                </a:lnTo>
                <a:lnTo>
                  <a:pt x="773184" y="213360"/>
                </a:lnTo>
                <a:lnTo>
                  <a:pt x="795157" y="168910"/>
                </a:lnTo>
                <a:lnTo>
                  <a:pt x="829666" y="133350"/>
                </a:lnTo>
                <a:lnTo>
                  <a:pt x="873418" y="109220"/>
                </a:lnTo>
                <a:lnTo>
                  <a:pt x="922238" y="100330"/>
                </a:lnTo>
                <a:lnTo>
                  <a:pt x="930525" y="100330"/>
                </a:lnTo>
                <a:lnTo>
                  <a:pt x="971468" y="106680"/>
                </a:lnTo>
                <a:lnTo>
                  <a:pt x="987060" y="113030"/>
                </a:lnTo>
                <a:lnTo>
                  <a:pt x="887656" y="265430"/>
                </a:lnTo>
                <a:lnTo>
                  <a:pt x="885803" y="267970"/>
                </a:lnTo>
                <a:lnTo>
                  <a:pt x="884792" y="271780"/>
                </a:lnTo>
                <a:lnTo>
                  <a:pt x="884522" y="276860"/>
                </a:lnTo>
                <a:lnTo>
                  <a:pt x="884454" y="278130"/>
                </a:lnTo>
                <a:lnTo>
                  <a:pt x="885153" y="280670"/>
                </a:lnTo>
                <a:lnTo>
                  <a:pt x="888287" y="287020"/>
                </a:lnTo>
                <a:lnTo>
                  <a:pt x="890485" y="288290"/>
                </a:lnTo>
                <a:lnTo>
                  <a:pt x="896142" y="292100"/>
                </a:lnTo>
                <a:lnTo>
                  <a:pt x="899173" y="293370"/>
                </a:lnTo>
                <a:lnTo>
                  <a:pt x="1083859" y="293370"/>
                </a:lnTo>
                <a:lnTo>
                  <a:pt x="1082599" y="299720"/>
                </a:lnTo>
                <a:lnTo>
                  <a:pt x="1067632" y="337820"/>
                </a:lnTo>
                <a:lnTo>
                  <a:pt x="1037440" y="377190"/>
                </a:lnTo>
                <a:lnTo>
                  <a:pt x="1031299" y="383540"/>
                </a:lnTo>
                <a:lnTo>
                  <a:pt x="1018153" y="393700"/>
                </a:lnTo>
                <a:lnTo>
                  <a:pt x="1011226" y="397510"/>
                </a:lnTo>
                <a:lnTo>
                  <a:pt x="996666" y="406400"/>
                </a:lnTo>
                <a:lnTo>
                  <a:pt x="989121" y="408940"/>
                </a:lnTo>
                <a:lnTo>
                  <a:pt x="973497" y="415290"/>
                </a:lnTo>
                <a:lnTo>
                  <a:pt x="965514" y="416560"/>
                </a:lnTo>
                <a:lnTo>
                  <a:pt x="949201" y="420370"/>
                </a:lnTo>
                <a:lnTo>
                  <a:pt x="940971" y="421640"/>
                </a:lnTo>
                <a:close/>
              </a:path>
              <a:path w="1245234" h="1028700">
                <a:moveTo>
                  <a:pt x="933905" y="256540"/>
                </a:moveTo>
                <a:lnTo>
                  <a:pt x="1016835" y="129540"/>
                </a:lnTo>
                <a:lnTo>
                  <a:pt x="1017042" y="128270"/>
                </a:lnTo>
                <a:lnTo>
                  <a:pt x="1024325" y="133350"/>
                </a:lnTo>
                <a:lnTo>
                  <a:pt x="1055659" y="166370"/>
                </a:lnTo>
                <a:lnTo>
                  <a:pt x="1060780" y="172720"/>
                </a:lnTo>
                <a:lnTo>
                  <a:pt x="1065496" y="181610"/>
                </a:lnTo>
                <a:lnTo>
                  <a:pt x="1069780" y="189230"/>
                </a:lnTo>
                <a:lnTo>
                  <a:pt x="1073602" y="196850"/>
                </a:lnTo>
                <a:lnTo>
                  <a:pt x="1085651" y="240030"/>
                </a:lnTo>
                <a:lnTo>
                  <a:pt x="1086592" y="248920"/>
                </a:lnTo>
                <a:lnTo>
                  <a:pt x="1086106" y="248920"/>
                </a:lnTo>
                <a:lnTo>
                  <a:pt x="933905" y="256540"/>
                </a:lnTo>
                <a:close/>
              </a:path>
              <a:path w="1245234" h="1028700">
                <a:moveTo>
                  <a:pt x="476671" y="281940"/>
                </a:moveTo>
                <a:lnTo>
                  <a:pt x="423860" y="281940"/>
                </a:lnTo>
                <a:lnTo>
                  <a:pt x="564762" y="163830"/>
                </a:lnTo>
                <a:lnTo>
                  <a:pt x="566698" y="162560"/>
                </a:lnTo>
                <a:lnTo>
                  <a:pt x="570993" y="161290"/>
                </a:lnTo>
                <a:lnTo>
                  <a:pt x="579803" y="161290"/>
                </a:lnTo>
                <a:lnTo>
                  <a:pt x="583805" y="163830"/>
                </a:lnTo>
                <a:lnTo>
                  <a:pt x="585532" y="165100"/>
                </a:lnTo>
                <a:lnTo>
                  <a:pt x="588437" y="168910"/>
                </a:lnTo>
                <a:lnTo>
                  <a:pt x="589506" y="170180"/>
                </a:lnTo>
                <a:lnTo>
                  <a:pt x="590872" y="175260"/>
                </a:lnTo>
                <a:lnTo>
                  <a:pt x="591119" y="177800"/>
                </a:lnTo>
                <a:lnTo>
                  <a:pt x="590739" y="181610"/>
                </a:lnTo>
                <a:lnTo>
                  <a:pt x="590127" y="184150"/>
                </a:lnTo>
                <a:lnTo>
                  <a:pt x="588059" y="187960"/>
                </a:lnTo>
                <a:lnTo>
                  <a:pt x="586681" y="189230"/>
                </a:lnTo>
                <a:lnTo>
                  <a:pt x="476671" y="281940"/>
                </a:lnTo>
                <a:close/>
              </a:path>
              <a:path w="1245234" h="1028700">
                <a:moveTo>
                  <a:pt x="155379" y="306070"/>
                </a:moveTo>
                <a:lnTo>
                  <a:pt x="153176" y="306070"/>
                </a:lnTo>
                <a:lnTo>
                  <a:pt x="148713" y="304800"/>
                </a:lnTo>
                <a:lnTo>
                  <a:pt x="146624" y="304800"/>
                </a:lnTo>
                <a:lnTo>
                  <a:pt x="142730" y="302260"/>
                </a:lnTo>
                <a:lnTo>
                  <a:pt x="141075" y="300990"/>
                </a:lnTo>
                <a:lnTo>
                  <a:pt x="139711" y="298450"/>
                </a:lnTo>
                <a:lnTo>
                  <a:pt x="138340" y="297180"/>
                </a:lnTo>
                <a:lnTo>
                  <a:pt x="137363" y="294640"/>
                </a:lnTo>
                <a:lnTo>
                  <a:pt x="136199" y="290830"/>
                </a:lnTo>
                <a:lnTo>
                  <a:pt x="136056" y="288290"/>
                </a:lnTo>
                <a:lnTo>
                  <a:pt x="136649" y="284480"/>
                </a:lnTo>
                <a:lnTo>
                  <a:pt x="280691" y="170180"/>
                </a:lnTo>
                <a:lnTo>
                  <a:pt x="284448" y="168910"/>
                </a:lnTo>
                <a:lnTo>
                  <a:pt x="292802" y="168910"/>
                </a:lnTo>
                <a:lnTo>
                  <a:pt x="296398" y="171450"/>
                </a:lnTo>
                <a:lnTo>
                  <a:pt x="299414" y="173990"/>
                </a:lnTo>
                <a:lnTo>
                  <a:pt x="338944" y="208280"/>
                </a:lnTo>
                <a:lnTo>
                  <a:pt x="286956" y="208280"/>
                </a:lnTo>
                <a:lnTo>
                  <a:pt x="161709" y="303530"/>
                </a:lnTo>
                <a:lnTo>
                  <a:pt x="159729" y="304800"/>
                </a:lnTo>
                <a:lnTo>
                  <a:pt x="155379" y="306070"/>
                </a:lnTo>
                <a:close/>
              </a:path>
              <a:path w="1245234" h="1028700">
                <a:moveTo>
                  <a:pt x="427761" y="321310"/>
                </a:moveTo>
                <a:lnTo>
                  <a:pt x="419378" y="321310"/>
                </a:lnTo>
                <a:lnTo>
                  <a:pt x="415702" y="320040"/>
                </a:lnTo>
                <a:lnTo>
                  <a:pt x="286956" y="208280"/>
                </a:lnTo>
                <a:lnTo>
                  <a:pt x="338944" y="208280"/>
                </a:lnTo>
                <a:lnTo>
                  <a:pt x="423860" y="281940"/>
                </a:lnTo>
                <a:lnTo>
                  <a:pt x="476671" y="281940"/>
                </a:lnTo>
                <a:lnTo>
                  <a:pt x="431462" y="320040"/>
                </a:lnTo>
                <a:lnTo>
                  <a:pt x="427761" y="321310"/>
                </a:lnTo>
                <a:close/>
              </a:path>
              <a:path w="1245234" h="1028700">
                <a:moveTo>
                  <a:pt x="1083859" y="293370"/>
                </a:moveTo>
                <a:lnTo>
                  <a:pt x="899173" y="293370"/>
                </a:lnTo>
                <a:lnTo>
                  <a:pt x="1085498" y="283210"/>
                </a:lnTo>
                <a:lnTo>
                  <a:pt x="1084363" y="290830"/>
                </a:lnTo>
                <a:lnTo>
                  <a:pt x="1083859" y="293370"/>
                </a:lnTo>
                <a:close/>
              </a:path>
              <a:path w="1245234" h="1028700">
                <a:moveTo>
                  <a:pt x="591644" y="580390"/>
                </a:moveTo>
                <a:lnTo>
                  <a:pt x="521678" y="580390"/>
                </a:lnTo>
                <a:lnTo>
                  <a:pt x="521678" y="292100"/>
                </a:lnTo>
                <a:lnTo>
                  <a:pt x="591644" y="292100"/>
                </a:lnTo>
                <a:lnTo>
                  <a:pt x="591644" y="580390"/>
                </a:lnTo>
                <a:close/>
              </a:path>
              <a:path w="1245234" h="1028700">
                <a:moveTo>
                  <a:pt x="323835" y="580390"/>
                </a:moveTo>
                <a:lnTo>
                  <a:pt x="253864" y="580390"/>
                </a:lnTo>
                <a:lnTo>
                  <a:pt x="253866" y="314960"/>
                </a:lnTo>
                <a:lnTo>
                  <a:pt x="323835" y="314960"/>
                </a:lnTo>
                <a:lnTo>
                  <a:pt x="323835" y="580390"/>
                </a:lnTo>
                <a:close/>
              </a:path>
              <a:path w="1245234" h="1028700">
                <a:moveTo>
                  <a:pt x="189906" y="580390"/>
                </a:moveTo>
                <a:lnTo>
                  <a:pt x="119928" y="580390"/>
                </a:lnTo>
                <a:lnTo>
                  <a:pt x="119928" y="401320"/>
                </a:lnTo>
                <a:lnTo>
                  <a:pt x="189906" y="401320"/>
                </a:lnTo>
                <a:lnTo>
                  <a:pt x="189906" y="580390"/>
                </a:lnTo>
                <a:close/>
              </a:path>
              <a:path w="1245234" h="1028700">
                <a:moveTo>
                  <a:pt x="457707" y="580390"/>
                </a:moveTo>
                <a:lnTo>
                  <a:pt x="387738" y="580390"/>
                </a:lnTo>
                <a:lnTo>
                  <a:pt x="387738" y="419100"/>
                </a:lnTo>
                <a:lnTo>
                  <a:pt x="457707" y="419100"/>
                </a:lnTo>
                <a:lnTo>
                  <a:pt x="457707" y="580390"/>
                </a:lnTo>
                <a:close/>
              </a:path>
              <a:path w="1245234" h="1028700">
                <a:moveTo>
                  <a:pt x="764521" y="510540"/>
                </a:moveTo>
                <a:lnTo>
                  <a:pt x="708369" y="510540"/>
                </a:lnTo>
                <a:lnTo>
                  <a:pt x="706198" y="509270"/>
                </a:lnTo>
                <a:lnTo>
                  <a:pt x="702027" y="508000"/>
                </a:lnTo>
                <a:lnTo>
                  <a:pt x="700186" y="506730"/>
                </a:lnTo>
                <a:lnTo>
                  <a:pt x="696993" y="502920"/>
                </a:lnTo>
                <a:lnTo>
                  <a:pt x="695763" y="501650"/>
                </a:lnTo>
                <a:lnTo>
                  <a:pt x="694036" y="497840"/>
                </a:lnTo>
                <a:lnTo>
                  <a:pt x="693604" y="495300"/>
                </a:lnTo>
                <a:lnTo>
                  <a:pt x="693604" y="490220"/>
                </a:lnTo>
                <a:lnTo>
                  <a:pt x="695763" y="483870"/>
                </a:lnTo>
                <a:lnTo>
                  <a:pt x="696993" y="482600"/>
                </a:lnTo>
                <a:lnTo>
                  <a:pt x="700186" y="478790"/>
                </a:lnTo>
                <a:lnTo>
                  <a:pt x="702027" y="477520"/>
                </a:lnTo>
                <a:lnTo>
                  <a:pt x="706198" y="476250"/>
                </a:lnTo>
                <a:lnTo>
                  <a:pt x="766685" y="476250"/>
                </a:lnTo>
                <a:lnTo>
                  <a:pt x="770852" y="477520"/>
                </a:lnTo>
                <a:lnTo>
                  <a:pt x="772692" y="478790"/>
                </a:lnTo>
                <a:lnTo>
                  <a:pt x="775883" y="482600"/>
                </a:lnTo>
                <a:lnTo>
                  <a:pt x="777113" y="483870"/>
                </a:lnTo>
                <a:lnTo>
                  <a:pt x="779281" y="490220"/>
                </a:lnTo>
                <a:lnTo>
                  <a:pt x="779287" y="495300"/>
                </a:lnTo>
                <a:lnTo>
                  <a:pt x="778855" y="497840"/>
                </a:lnTo>
                <a:lnTo>
                  <a:pt x="777127" y="501650"/>
                </a:lnTo>
                <a:lnTo>
                  <a:pt x="775897" y="502920"/>
                </a:lnTo>
                <a:lnTo>
                  <a:pt x="772705" y="506730"/>
                </a:lnTo>
                <a:lnTo>
                  <a:pt x="770864" y="508000"/>
                </a:lnTo>
                <a:lnTo>
                  <a:pt x="766693" y="509270"/>
                </a:lnTo>
                <a:lnTo>
                  <a:pt x="764521" y="510540"/>
                </a:lnTo>
                <a:close/>
              </a:path>
              <a:path w="1245234" h="1028700">
                <a:moveTo>
                  <a:pt x="1144764" y="510540"/>
                </a:moveTo>
                <a:lnTo>
                  <a:pt x="818390" y="510540"/>
                </a:lnTo>
                <a:lnTo>
                  <a:pt x="816218" y="509270"/>
                </a:lnTo>
                <a:lnTo>
                  <a:pt x="812047" y="508000"/>
                </a:lnTo>
                <a:lnTo>
                  <a:pt x="810206" y="506730"/>
                </a:lnTo>
                <a:lnTo>
                  <a:pt x="807014" y="502920"/>
                </a:lnTo>
                <a:lnTo>
                  <a:pt x="805784" y="501650"/>
                </a:lnTo>
                <a:lnTo>
                  <a:pt x="804056" y="497840"/>
                </a:lnTo>
                <a:lnTo>
                  <a:pt x="803624" y="495300"/>
                </a:lnTo>
                <a:lnTo>
                  <a:pt x="803624" y="490220"/>
                </a:lnTo>
                <a:lnTo>
                  <a:pt x="805784" y="483870"/>
                </a:lnTo>
                <a:lnTo>
                  <a:pt x="807014" y="482600"/>
                </a:lnTo>
                <a:lnTo>
                  <a:pt x="810206" y="478790"/>
                </a:lnTo>
                <a:lnTo>
                  <a:pt x="812047" y="477520"/>
                </a:lnTo>
                <a:lnTo>
                  <a:pt x="816218" y="476250"/>
                </a:lnTo>
                <a:lnTo>
                  <a:pt x="1146928" y="476250"/>
                </a:lnTo>
                <a:lnTo>
                  <a:pt x="1151095" y="477520"/>
                </a:lnTo>
                <a:lnTo>
                  <a:pt x="1152935" y="478790"/>
                </a:lnTo>
                <a:lnTo>
                  <a:pt x="1156126" y="482600"/>
                </a:lnTo>
                <a:lnTo>
                  <a:pt x="1157356" y="483870"/>
                </a:lnTo>
                <a:lnTo>
                  <a:pt x="1159524" y="490220"/>
                </a:lnTo>
                <a:lnTo>
                  <a:pt x="1159530" y="495300"/>
                </a:lnTo>
                <a:lnTo>
                  <a:pt x="1159098" y="497840"/>
                </a:lnTo>
                <a:lnTo>
                  <a:pt x="1157370" y="501650"/>
                </a:lnTo>
                <a:lnTo>
                  <a:pt x="1156140" y="502920"/>
                </a:lnTo>
                <a:lnTo>
                  <a:pt x="1152948" y="506730"/>
                </a:lnTo>
                <a:lnTo>
                  <a:pt x="1151107" y="508000"/>
                </a:lnTo>
                <a:lnTo>
                  <a:pt x="1146936" y="509270"/>
                </a:lnTo>
                <a:lnTo>
                  <a:pt x="1144764" y="510540"/>
                </a:lnTo>
                <a:close/>
              </a:path>
              <a:path w="1245234" h="1028700">
                <a:moveTo>
                  <a:pt x="764521" y="580390"/>
                </a:moveTo>
                <a:lnTo>
                  <a:pt x="708369" y="580390"/>
                </a:lnTo>
                <a:lnTo>
                  <a:pt x="706198" y="579120"/>
                </a:lnTo>
                <a:lnTo>
                  <a:pt x="702027" y="577850"/>
                </a:lnTo>
                <a:lnTo>
                  <a:pt x="693604" y="565150"/>
                </a:lnTo>
                <a:lnTo>
                  <a:pt x="693604" y="561340"/>
                </a:lnTo>
                <a:lnTo>
                  <a:pt x="706198" y="546100"/>
                </a:lnTo>
                <a:lnTo>
                  <a:pt x="766685" y="546100"/>
                </a:lnTo>
                <a:lnTo>
                  <a:pt x="779287" y="565150"/>
                </a:lnTo>
                <a:lnTo>
                  <a:pt x="778855" y="567690"/>
                </a:lnTo>
                <a:lnTo>
                  <a:pt x="766693" y="579120"/>
                </a:lnTo>
                <a:lnTo>
                  <a:pt x="764521" y="580390"/>
                </a:lnTo>
                <a:close/>
              </a:path>
              <a:path w="1245234" h="1028700">
                <a:moveTo>
                  <a:pt x="1144764" y="580390"/>
                </a:moveTo>
                <a:lnTo>
                  <a:pt x="818390" y="580390"/>
                </a:lnTo>
                <a:lnTo>
                  <a:pt x="816218" y="579120"/>
                </a:lnTo>
                <a:lnTo>
                  <a:pt x="812047" y="577850"/>
                </a:lnTo>
                <a:lnTo>
                  <a:pt x="803624" y="565150"/>
                </a:lnTo>
                <a:lnTo>
                  <a:pt x="803624" y="561340"/>
                </a:lnTo>
                <a:lnTo>
                  <a:pt x="816218" y="546100"/>
                </a:lnTo>
                <a:lnTo>
                  <a:pt x="1146928" y="546100"/>
                </a:lnTo>
                <a:lnTo>
                  <a:pt x="1159530" y="565150"/>
                </a:lnTo>
                <a:lnTo>
                  <a:pt x="1159098" y="567690"/>
                </a:lnTo>
                <a:lnTo>
                  <a:pt x="1146936" y="579120"/>
                </a:lnTo>
                <a:lnTo>
                  <a:pt x="1144764" y="580390"/>
                </a:lnTo>
                <a:close/>
              </a:path>
              <a:path w="1245234" h="1028700">
                <a:moveTo>
                  <a:pt x="1245066" y="775970"/>
                </a:moveTo>
                <a:lnTo>
                  <a:pt x="651981" y="775970"/>
                </a:lnTo>
                <a:lnTo>
                  <a:pt x="656152" y="774700"/>
                </a:lnTo>
                <a:lnTo>
                  <a:pt x="657993" y="773430"/>
                </a:lnTo>
                <a:lnTo>
                  <a:pt x="661185" y="769620"/>
                </a:lnTo>
                <a:lnTo>
                  <a:pt x="662415" y="768350"/>
                </a:lnTo>
                <a:lnTo>
                  <a:pt x="664143" y="764540"/>
                </a:lnTo>
                <a:lnTo>
                  <a:pt x="664575" y="762000"/>
                </a:lnTo>
                <a:lnTo>
                  <a:pt x="664575" y="756920"/>
                </a:lnTo>
                <a:lnTo>
                  <a:pt x="662415" y="750570"/>
                </a:lnTo>
                <a:lnTo>
                  <a:pt x="661185" y="749300"/>
                </a:lnTo>
                <a:lnTo>
                  <a:pt x="657993" y="745490"/>
                </a:lnTo>
                <a:lnTo>
                  <a:pt x="656152" y="744220"/>
                </a:lnTo>
                <a:lnTo>
                  <a:pt x="651981" y="742950"/>
                </a:lnTo>
                <a:lnTo>
                  <a:pt x="1245066" y="742950"/>
                </a:lnTo>
                <a:lnTo>
                  <a:pt x="1245066" y="775970"/>
                </a:lnTo>
                <a:close/>
              </a:path>
              <a:path w="1245234" h="1028700">
                <a:moveTo>
                  <a:pt x="738201" y="994410"/>
                </a:moveTo>
                <a:lnTo>
                  <a:pt x="506920" y="994410"/>
                </a:lnTo>
                <a:lnTo>
                  <a:pt x="519856" y="958850"/>
                </a:lnTo>
                <a:lnTo>
                  <a:pt x="530568" y="922020"/>
                </a:lnTo>
                <a:lnTo>
                  <a:pt x="539055" y="885190"/>
                </a:lnTo>
                <a:lnTo>
                  <a:pt x="545318" y="847090"/>
                </a:lnTo>
                <a:lnTo>
                  <a:pt x="699737" y="847090"/>
                </a:lnTo>
                <a:lnTo>
                  <a:pt x="705998" y="885190"/>
                </a:lnTo>
                <a:lnTo>
                  <a:pt x="714495" y="922020"/>
                </a:lnTo>
                <a:lnTo>
                  <a:pt x="725230" y="958850"/>
                </a:lnTo>
                <a:lnTo>
                  <a:pt x="738201" y="994410"/>
                </a:lnTo>
                <a:close/>
              </a:path>
              <a:path w="1245234" h="1028700">
                <a:moveTo>
                  <a:pt x="808943" y="1028700"/>
                </a:moveTo>
                <a:lnTo>
                  <a:pt x="436182" y="1028700"/>
                </a:lnTo>
                <a:lnTo>
                  <a:pt x="432011" y="1027430"/>
                </a:lnTo>
                <a:lnTo>
                  <a:pt x="430170" y="1026160"/>
                </a:lnTo>
                <a:lnTo>
                  <a:pt x="426978" y="1022350"/>
                </a:lnTo>
                <a:lnTo>
                  <a:pt x="425748" y="1021080"/>
                </a:lnTo>
                <a:lnTo>
                  <a:pt x="423588" y="1014730"/>
                </a:lnTo>
                <a:lnTo>
                  <a:pt x="423588" y="1009650"/>
                </a:lnTo>
                <a:lnTo>
                  <a:pt x="424020" y="1007110"/>
                </a:lnTo>
                <a:lnTo>
                  <a:pt x="425748" y="1003300"/>
                </a:lnTo>
                <a:lnTo>
                  <a:pt x="426978" y="1002030"/>
                </a:lnTo>
                <a:lnTo>
                  <a:pt x="430170" y="998220"/>
                </a:lnTo>
                <a:lnTo>
                  <a:pt x="432011" y="996950"/>
                </a:lnTo>
                <a:lnTo>
                  <a:pt x="436182" y="995680"/>
                </a:lnTo>
                <a:lnTo>
                  <a:pt x="438353" y="994410"/>
                </a:lnTo>
                <a:lnTo>
                  <a:pt x="806772" y="994410"/>
                </a:lnTo>
                <a:lnTo>
                  <a:pt x="808943" y="995680"/>
                </a:lnTo>
                <a:lnTo>
                  <a:pt x="813114" y="996950"/>
                </a:lnTo>
                <a:lnTo>
                  <a:pt x="814955" y="998220"/>
                </a:lnTo>
                <a:lnTo>
                  <a:pt x="818148" y="1002030"/>
                </a:lnTo>
                <a:lnTo>
                  <a:pt x="819378" y="1003300"/>
                </a:lnTo>
                <a:lnTo>
                  <a:pt x="821105" y="1007110"/>
                </a:lnTo>
                <a:lnTo>
                  <a:pt x="821537" y="1009650"/>
                </a:lnTo>
                <a:lnTo>
                  <a:pt x="821537" y="1014730"/>
                </a:lnTo>
                <a:lnTo>
                  <a:pt x="819378" y="1021080"/>
                </a:lnTo>
                <a:lnTo>
                  <a:pt x="818148" y="1022350"/>
                </a:lnTo>
                <a:lnTo>
                  <a:pt x="814955" y="1026160"/>
                </a:lnTo>
                <a:lnTo>
                  <a:pt x="813114" y="1027430"/>
                </a:lnTo>
                <a:lnTo>
                  <a:pt x="808943" y="1028700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1401787" y="5771971"/>
            <a:ext cx="1076960" cy="1077595"/>
          </a:xfrm>
          <a:custGeom>
            <a:avLst/>
            <a:gdLst/>
            <a:ahLst/>
            <a:cxnLst/>
            <a:rect l="l" t="t" r="r" b="b"/>
            <a:pathLst>
              <a:path w="1076960" h="1077595">
                <a:moveTo>
                  <a:pt x="559803" y="880567"/>
                </a:moveTo>
                <a:lnTo>
                  <a:pt x="541134" y="861898"/>
                </a:lnTo>
                <a:lnTo>
                  <a:pt x="535419" y="861898"/>
                </a:lnTo>
                <a:lnTo>
                  <a:pt x="516737" y="880567"/>
                </a:lnTo>
                <a:lnTo>
                  <a:pt x="516737" y="886282"/>
                </a:lnTo>
                <a:lnTo>
                  <a:pt x="535419" y="904963"/>
                </a:lnTo>
                <a:lnTo>
                  <a:pt x="541134" y="904963"/>
                </a:lnTo>
                <a:lnTo>
                  <a:pt x="559803" y="886282"/>
                </a:lnTo>
                <a:lnTo>
                  <a:pt x="559803" y="883424"/>
                </a:lnTo>
                <a:lnTo>
                  <a:pt x="559803" y="880567"/>
                </a:lnTo>
                <a:close/>
              </a:path>
              <a:path w="1076960" h="1077595">
                <a:moveTo>
                  <a:pt x="602869" y="581990"/>
                </a:moveTo>
                <a:lnTo>
                  <a:pt x="601179" y="573608"/>
                </a:lnTo>
                <a:lnTo>
                  <a:pt x="596557" y="566762"/>
                </a:lnTo>
                <a:lnTo>
                  <a:pt x="589711" y="562152"/>
                </a:lnTo>
                <a:lnTo>
                  <a:pt x="581329" y="560463"/>
                </a:lnTo>
                <a:lnTo>
                  <a:pt x="559803" y="560463"/>
                </a:lnTo>
                <a:lnTo>
                  <a:pt x="559803" y="538924"/>
                </a:lnTo>
                <a:lnTo>
                  <a:pt x="558114" y="530542"/>
                </a:lnTo>
                <a:lnTo>
                  <a:pt x="553504" y="523697"/>
                </a:lnTo>
                <a:lnTo>
                  <a:pt x="546658" y="519087"/>
                </a:lnTo>
                <a:lnTo>
                  <a:pt x="538276" y="517398"/>
                </a:lnTo>
                <a:lnTo>
                  <a:pt x="529894" y="519087"/>
                </a:lnTo>
                <a:lnTo>
                  <a:pt x="523049" y="523697"/>
                </a:lnTo>
                <a:lnTo>
                  <a:pt x="518439" y="530542"/>
                </a:lnTo>
                <a:lnTo>
                  <a:pt x="516737" y="538924"/>
                </a:lnTo>
                <a:lnTo>
                  <a:pt x="516737" y="561276"/>
                </a:lnTo>
                <a:lnTo>
                  <a:pt x="499745" y="567220"/>
                </a:lnTo>
                <a:lnTo>
                  <a:pt x="486079" y="578370"/>
                </a:lnTo>
                <a:lnTo>
                  <a:pt x="476986" y="593572"/>
                </a:lnTo>
                <a:lnTo>
                  <a:pt x="473684" y="611619"/>
                </a:lnTo>
                <a:lnTo>
                  <a:pt x="476313" y="627964"/>
                </a:lnTo>
                <a:lnTo>
                  <a:pt x="510146" y="660628"/>
                </a:lnTo>
                <a:lnTo>
                  <a:pt x="554037" y="673798"/>
                </a:lnTo>
                <a:lnTo>
                  <a:pt x="557428" y="674801"/>
                </a:lnTo>
                <a:lnTo>
                  <a:pt x="559803" y="678002"/>
                </a:lnTo>
                <a:lnTo>
                  <a:pt x="559803" y="686003"/>
                </a:lnTo>
                <a:lnTo>
                  <a:pt x="556183" y="689648"/>
                </a:lnTo>
                <a:lnTo>
                  <a:pt x="495211" y="689648"/>
                </a:lnTo>
                <a:lnTo>
                  <a:pt x="486829" y="691337"/>
                </a:lnTo>
                <a:lnTo>
                  <a:pt x="479983" y="695947"/>
                </a:lnTo>
                <a:lnTo>
                  <a:pt x="475373" y="702792"/>
                </a:lnTo>
                <a:lnTo>
                  <a:pt x="473684" y="711174"/>
                </a:lnTo>
                <a:lnTo>
                  <a:pt x="475373" y="719556"/>
                </a:lnTo>
                <a:lnTo>
                  <a:pt x="479983" y="726401"/>
                </a:lnTo>
                <a:lnTo>
                  <a:pt x="486829" y="731012"/>
                </a:lnTo>
                <a:lnTo>
                  <a:pt x="495211" y="732713"/>
                </a:lnTo>
                <a:lnTo>
                  <a:pt x="516737" y="732713"/>
                </a:lnTo>
                <a:lnTo>
                  <a:pt x="516737" y="754240"/>
                </a:lnTo>
                <a:lnTo>
                  <a:pt x="518439" y="762622"/>
                </a:lnTo>
                <a:lnTo>
                  <a:pt x="523049" y="769467"/>
                </a:lnTo>
                <a:lnTo>
                  <a:pt x="529894" y="774077"/>
                </a:lnTo>
                <a:lnTo>
                  <a:pt x="538276" y="775766"/>
                </a:lnTo>
                <a:lnTo>
                  <a:pt x="546658" y="774077"/>
                </a:lnTo>
                <a:lnTo>
                  <a:pt x="553504" y="769467"/>
                </a:lnTo>
                <a:lnTo>
                  <a:pt x="558114" y="762622"/>
                </a:lnTo>
                <a:lnTo>
                  <a:pt x="559803" y="754240"/>
                </a:lnTo>
                <a:lnTo>
                  <a:pt x="559803" y="731888"/>
                </a:lnTo>
                <a:lnTo>
                  <a:pt x="576808" y="725957"/>
                </a:lnTo>
                <a:lnTo>
                  <a:pt x="590461" y="714794"/>
                </a:lnTo>
                <a:lnTo>
                  <a:pt x="599567" y="699604"/>
                </a:lnTo>
                <a:lnTo>
                  <a:pt x="602869" y="681545"/>
                </a:lnTo>
                <a:lnTo>
                  <a:pt x="600240" y="665213"/>
                </a:lnTo>
                <a:lnTo>
                  <a:pt x="566407" y="632536"/>
                </a:lnTo>
                <a:lnTo>
                  <a:pt x="522516" y="619379"/>
                </a:lnTo>
                <a:lnTo>
                  <a:pt x="519112" y="618363"/>
                </a:lnTo>
                <a:lnTo>
                  <a:pt x="516737" y="615175"/>
                </a:lnTo>
                <a:lnTo>
                  <a:pt x="516737" y="607161"/>
                </a:lnTo>
                <a:lnTo>
                  <a:pt x="520369" y="603516"/>
                </a:lnTo>
                <a:lnTo>
                  <a:pt x="581329" y="603516"/>
                </a:lnTo>
                <a:lnTo>
                  <a:pt x="589711" y="601827"/>
                </a:lnTo>
                <a:lnTo>
                  <a:pt x="596557" y="597217"/>
                </a:lnTo>
                <a:lnTo>
                  <a:pt x="601179" y="590372"/>
                </a:lnTo>
                <a:lnTo>
                  <a:pt x="602869" y="581990"/>
                </a:lnTo>
                <a:close/>
              </a:path>
              <a:path w="1076960" h="1077595">
                <a:moveTo>
                  <a:pt x="1076553" y="250621"/>
                </a:moveTo>
                <a:lnTo>
                  <a:pt x="1071600" y="242874"/>
                </a:lnTo>
                <a:lnTo>
                  <a:pt x="1033487" y="225412"/>
                </a:lnTo>
                <a:lnTo>
                  <a:pt x="1033487" y="272808"/>
                </a:lnTo>
                <a:lnTo>
                  <a:pt x="1033487" y="302082"/>
                </a:lnTo>
                <a:lnTo>
                  <a:pt x="990434" y="302082"/>
                </a:lnTo>
                <a:lnTo>
                  <a:pt x="990434" y="345147"/>
                </a:lnTo>
                <a:lnTo>
                  <a:pt x="990434" y="388213"/>
                </a:lnTo>
                <a:lnTo>
                  <a:pt x="947369" y="388213"/>
                </a:lnTo>
                <a:lnTo>
                  <a:pt x="947369" y="431266"/>
                </a:lnTo>
                <a:lnTo>
                  <a:pt x="947369" y="474332"/>
                </a:lnTo>
                <a:lnTo>
                  <a:pt x="947369" y="517398"/>
                </a:lnTo>
                <a:lnTo>
                  <a:pt x="947369" y="775766"/>
                </a:lnTo>
                <a:lnTo>
                  <a:pt x="947369" y="818832"/>
                </a:lnTo>
                <a:lnTo>
                  <a:pt x="947369" y="861898"/>
                </a:lnTo>
                <a:lnTo>
                  <a:pt x="904303" y="861898"/>
                </a:lnTo>
                <a:lnTo>
                  <a:pt x="904303" y="818832"/>
                </a:lnTo>
                <a:lnTo>
                  <a:pt x="947369" y="818832"/>
                </a:lnTo>
                <a:lnTo>
                  <a:pt x="947369" y="775766"/>
                </a:lnTo>
                <a:lnTo>
                  <a:pt x="904303" y="775766"/>
                </a:lnTo>
                <a:lnTo>
                  <a:pt x="904303" y="517398"/>
                </a:lnTo>
                <a:lnTo>
                  <a:pt x="947369" y="517398"/>
                </a:lnTo>
                <a:lnTo>
                  <a:pt x="947369" y="474332"/>
                </a:lnTo>
                <a:lnTo>
                  <a:pt x="904303" y="474332"/>
                </a:lnTo>
                <a:lnTo>
                  <a:pt x="904303" y="431266"/>
                </a:lnTo>
                <a:lnTo>
                  <a:pt x="947369" y="431266"/>
                </a:lnTo>
                <a:lnTo>
                  <a:pt x="947369" y="388213"/>
                </a:lnTo>
                <a:lnTo>
                  <a:pt x="861237" y="388213"/>
                </a:lnTo>
                <a:lnTo>
                  <a:pt x="861237" y="431266"/>
                </a:lnTo>
                <a:lnTo>
                  <a:pt x="861237" y="861898"/>
                </a:lnTo>
                <a:lnTo>
                  <a:pt x="818184" y="861898"/>
                </a:lnTo>
                <a:lnTo>
                  <a:pt x="818184" y="818832"/>
                </a:lnTo>
                <a:lnTo>
                  <a:pt x="818184" y="775766"/>
                </a:lnTo>
                <a:lnTo>
                  <a:pt x="818184" y="517398"/>
                </a:lnTo>
                <a:lnTo>
                  <a:pt x="818184" y="474332"/>
                </a:lnTo>
                <a:lnTo>
                  <a:pt x="818184" y="431266"/>
                </a:lnTo>
                <a:lnTo>
                  <a:pt x="861237" y="431266"/>
                </a:lnTo>
                <a:lnTo>
                  <a:pt x="861237" y="388213"/>
                </a:lnTo>
                <a:lnTo>
                  <a:pt x="775119" y="388213"/>
                </a:lnTo>
                <a:lnTo>
                  <a:pt x="775119" y="431266"/>
                </a:lnTo>
                <a:lnTo>
                  <a:pt x="775119" y="474332"/>
                </a:lnTo>
                <a:lnTo>
                  <a:pt x="775119" y="517398"/>
                </a:lnTo>
                <a:lnTo>
                  <a:pt x="775119" y="775766"/>
                </a:lnTo>
                <a:lnTo>
                  <a:pt x="775119" y="818832"/>
                </a:lnTo>
                <a:lnTo>
                  <a:pt x="775119" y="861898"/>
                </a:lnTo>
                <a:lnTo>
                  <a:pt x="732053" y="861898"/>
                </a:lnTo>
                <a:lnTo>
                  <a:pt x="732053" y="818832"/>
                </a:lnTo>
                <a:lnTo>
                  <a:pt x="775119" y="818832"/>
                </a:lnTo>
                <a:lnTo>
                  <a:pt x="775119" y="775766"/>
                </a:lnTo>
                <a:lnTo>
                  <a:pt x="732053" y="775766"/>
                </a:lnTo>
                <a:lnTo>
                  <a:pt x="732053" y="517398"/>
                </a:lnTo>
                <a:lnTo>
                  <a:pt x="775119" y="517398"/>
                </a:lnTo>
                <a:lnTo>
                  <a:pt x="775119" y="474332"/>
                </a:lnTo>
                <a:lnTo>
                  <a:pt x="732053" y="474332"/>
                </a:lnTo>
                <a:lnTo>
                  <a:pt x="732053" y="431266"/>
                </a:lnTo>
                <a:lnTo>
                  <a:pt x="775119" y="431266"/>
                </a:lnTo>
                <a:lnTo>
                  <a:pt x="775119" y="388213"/>
                </a:lnTo>
                <a:lnTo>
                  <a:pt x="344487" y="388213"/>
                </a:lnTo>
                <a:lnTo>
                  <a:pt x="344487" y="431266"/>
                </a:lnTo>
                <a:lnTo>
                  <a:pt x="344487" y="474332"/>
                </a:lnTo>
                <a:lnTo>
                  <a:pt x="344487" y="517398"/>
                </a:lnTo>
                <a:lnTo>
                  <a:pt x="344487" y="775766"/>
                </a:lnTo>
                <a:lnTo>
                  <a:pt x="344487" y="818832"/>
                </a:lnTo>
                <a:lnTo>
                  <a:pt x="344487" y="861898"/>
                </a:lnTo>
                <a:lnTo>
                  <a:pt x="301434" y="861898"/>
                </a:lnTo>
                <a:lnTo>
                  <a:pt x="301434" y="818832"/>
                </a:lnTo>
                <a:lnTo>
                  <a:pt x="344487" y="818832"/>
                </a:lnTo>
                <a:lnTo>
                  <a:pt x="344487" y="775766"/>
                </a:lnTo>
                <a:lnTo>
                  <a:pt x="301434" y="775766"/>
                </a:lnTo>
                <a:lnTo>
                  <a:pt x="301434" y="517398"/>
                </a:lnTo>
                <a:lnTo>
                  <a:pt x="344487" y="517398"/>
                </a:lnTo>
                <a:lnTo>
                  <a:pt x="344487" y="474332"/>
                </a:lnTo>
                <a:lnTo>
                  <a:pt x="301434" y="474332"/>
                </a:lnTo>
                <a:lnTo>
                  <a:pt x="301434" y="431266"/>
                </a:lnTo>
                <a:lnTo>
                  <a:pt x="344487" y="431266"/>
                </a:lnTo>
                <a:lnTo>
                  <a:pt x="344487" y="388213"/>
                </a:lnTo>
                <a:lnTo>
                  <a:pt x="258368" y="388213"/>
                </a:lnTo>
                <a:lnTo>
                  <a:pt x="258368" y="431266"/>
                </a:lnTo>
                <a:lnTo>
                  <a:pt x="258368" y="861898"/>
                </a:lnTo>
                <a:lnTo>
                  <a:pt x="215303" y="861898"/>
                </a:lnTo>
                <a:lnTo>
                  <a:pt x="215303" y="818832"/>
                </a:lnTo>
                <a:lnTo>
                  <a:pt x="215303" y="775766"/>
                </a:lnTo>
                <a:lnTo>
                  <a:pt x="215303" y="517398"/>
                </a:lnTo>
                <a:lnTo>
                  <a:pt x="215303" y="474332"/>
                </a:lnTo>
                <a:lnTo>
                  <a:pt x="215303" y="431266"/>
                </a:lnTo>
                <a:lnTo>
                  <a:pt x="258368" y="431266"/>
                </a:lnTo>
                <a:lnTo>
                  <a:pt x="258368" y="388213"/>
                </a:lnTo>
                <a:lnTo>
                  <a:pt x="172237" y="388213"/>
                </a:lnTo>
                <a:lnTo>
                  <a:pt x="172237" y="431266"/>
                </a:lnTo>
                <a:lnTo>
                  <a:pt x="172237" y="474332"/>
                </a:lnTo>
                <a:lnTo>
                  <a:pt x="172237" y="517398"/>
                </a:lnTo>
                <a:lnTo>
                  <a:pt x="172237" y="775766"/>
                </a:lnTo>
                <a:lnTo>
                  <a:pt x="172237" y="818832"/>
                </a:lnTo>
                <a:lnTo>
                  <a:pt x="172237" y="861898"/>
                </a:lnTo>
                <a:lnTo>
                  <a:pt x="129184" y="861898"/>
                </a:lnTo>
                <a:lnTo>
                  <a:pt x="129184" y="818832"/>
                </a:lnTo>
                <a:lnTo>
                  <a:pt x="172237" y="818832"/>
                </a:lnTo>
                <a:lnTo>
                  <a:pt x="172237" y="775766"/>
                </a:lnTo>
                <a:lnTo>
                  <a:pt x="129184" y="775766"/>
                </a:lnTo>
                <a:lnTo>
                  <a:pt x="129184" y="517398"/>
                </a:lnTo>
                <a:lnTo>
                  <a:pt x="172237" y="517398"/>
                </a:lnTo>
                <a:lnTo>
                  <a:pt x="172237" y="474332"/>
                </a:lnTo>
                <a:lnTo>
                  <a:pt x="129184" y="474332"/>
                </a:lnTo>
                <a:lnTo>
                  <a:pt x="129184" y="431266"/>
                </a:lnTo>
                <a:lnTo>
                  <a:pt x="172237" y="431266"/>
                </a:lnTo>
                <a:lnTo>
                  <a:pt x="172237" y="388213"/>
                </a:lnTo>
                <a:lnTo>
                  <a:pt x="86118" y="388213"/>
                </a:lnTo>
                <a:lnTo>
                  <a:pt x="86118" y="345147"/>
                </a:lnTo>
                <a:lnTo>
                  <a:pt x="990434" y="345147"/>
                </a:lnTo>
                <a:lnTo>
                  <a:pt x="990434" y="302082"/>
                </a:lnTo>
                <a:lnTo>
                  <a:pt x="43053" y="302082"/>
                </a:lnTo>
                <a:lnTo>
                  <a:pt x="43053" y="272808"/>
                </a:lnTo>
                <a:lnTo>
                  <a:pt x="538276" y="45859"/>
                </a:lnTo>
                <a:lnTo>
                  <a:pt x="1033487" y="272808"/>
                </a:lnTo>
                <a:lnTo>
                  <a:pt x="1033487" y="225412"/>
                </a:lnTo>
                <a:lnTo>
                  <a:pt x="641743" y="45859"/>
                </a:lnTo>
                <a:lnTo>
                  <a:pt x="547319" y="2590"/>
                </a:lnTo>
                <a:lnTo>
                  <a:pt x="541502" y="0"/>
                </a:lnTo>
                <a:lnTo>
                  <a:pt x="535038" y="0"/>
                </a:lnTo>
                <a:lnTo>
                  <a:pt x="529234" y="2590"/>
                </a:lnTo>
                <a:lnTo>
                  <a:pt x="4940" y="242874"/>
                </a:lnTo>
                <a:lnTo>
                  <a:pt x="0" y="250621"/>
                </a:lnTo>
                <a:lnTo>
                  <a:pt x="0" y="323621"/>
                </a:lnTo>
                <a:lnTo>
                  <a:pt x="1689" y="331978"/>
                </a:lnTo>
                <a:lnTo>
                  <a:pt x="6324" y="338823"/>
                </a:lnTo>
                <a:lnTo>
                  <a:pt x="13169" y="343446"/>
                </a:lnTo>
                <a:lnTo>
                  <a:pt x="21526" y="345147"/>
                </a:lnTo>
                <a:lnTo>
                  <a:pt x="43053" y="345147"/>
                </a:lnTo>
                <a:lnTo>
                  <a:pt x="43053" y="409740"/>
                </a:lnTo>
                <a:lnTo>
                  <a:pt x="44754" y="418096"/>
                </a:lnTo>
                <a:lnTo>
                  <a:pt x="49377" y="424942"/>
                </a:lnTo>
                <a:lnTo>
                  <a:pt x="56222" y="429577"/>
                </a:lnTo>
                <a:lnTo>
                  <a:pt x="64592" y="431266"/>
                </a:lnTo>
                <a:lnTo>
                  <a:pt x="86118" y="431266"/>
                </a:lnTo>
                <a:lnTo>
                  <a:pt x="86118" y="861898"/>
                </a:lnTo>
                <a:lnTo>
                  <a:pt x="64592" y="861898"/>
                </a:lnTo>
                <a:lnTo>
                  <a:pt x="56222" y="863600"/>
                </a:lnTo>
                <a:lnTo>
                  <a:pt x="49377" y="868222"/>
                </a:lnTo>
                <a:lnTo>
                  <a:pt x="44754" y="875068"/>
                </a:lnTo>
                <a:lnTo>
                  <a:pt x="43053" y="883424"/>
                </a:lnTo>
                <a:lnTo>
                  <a:pt x="43053" y="948016"/>
                </a:lnTo>
                <a:lnTo>
                  <a:pt x="21526" y="948016"/>
                </a:lnTo>
                <a:lnTo>
                  <a:pt x="13169" y="949718"/>
                </a:lnTo>
                <a:lnTo>
                  <a:pt x="6324" y="954341"/>
                </a:lnTo>
                <a:lnTo>
                  <a:pt x="1689" y="961186"/>
                </a:lnTo>
                <a:lnTo>
                  <a:pt x="0" y="969556"/>
                </a:lnTo>
                <a:lnTo>
                  <a:pt x="0" y="1055674"/>
                </a:lnTo>
                <a:lnTo>
                  <a:pt x="1689" y="1064031"/>
                </a:lnTo>
                <a:lnTo>
                  <a:pt x="6324" y="1070889"/>
                </a:lnTo>
                <a:lnTo>
                  <a:pt x="13169" y="1075512"/>
                </a:lnTo>
                <a:lnTo>
                  <a:pt x="21526" y="1077214"/>
                </a:lnTo>
                <a:lnTo>
                  <a:pt x="1055027" y="1077214"/>
                </a:lnTo>
                <a:lnTo>
                  <a:pt x="1063383" y="1075512"/>
                </a:lnTo>
                <a:lnTo>
                  <a:pt x="1070229" y="1070889"/>
                </a:lnTo>
                <a:lnTo>
                  <a:pt x="1074851" y="1064031"/>
                </a:lnTo>
                <a:lnTo>
                  <a:pt x="1076553" y="1055674"/>
                </a:lnTo>
                <a:lnTo>
                  <a:pt x="1076553" y="1034148"/>
                </a:lnTo>
                <a:lnTo>
                  <a:pt x="1076553" y="991082"/>
                </a:lnTo>
                <a:lnTo>
                  <a:pt x="1076553" y="969556"/>
                </a:lnTo>
                <a:lnTo>
                  <a:pt x="1074851" y="961186"/>
                </a:lnTo>
                <a:lnTo>
                  <a:pt x="1070229" y="954341"/>
                </a:lnTo>
                <a:lnTo>
                  <a:pt x="1063383" y="949718"/>
                </a:lnTo>
                <a:lnTo>
                  <a:pt x="1055027" y="948016"/>
                </a:lnTo>
                <a:lnTo>
                  <a:pt x="1033487" y="948016"/>
                </a:lnTo>
                <a:lnTo>
                  <a:pt x="1033487" y="991082"/>
                </a:lnTo>
                <a:lnTo>
                  <a:pt x="1033487" y="1034148"/>
                </a:lnTo>
                <a:lnTo>
                  <a:pt x="43053" y="1034148"/>
                </a:lnTo>
                <a:lnTo>
                  <a:pt x="43053" y="991082"/>
                </a:lnTo>
                <a:lnTo>
                  <a:pt x="1033487" y="991082"/>
                </a:lnTo>
                <a:lnTo>
                  <a:pt x="1033487" y="948016"/>
                </a:lnTo>
                <a:lnTo>
                  <a:pt x="1033487" y="883424"/>
                </a:lnTo>
                <a:lnTo>
                  <a:pt x="1031786" y="875068"/>
                </a:lnTo>
                <a:lnTo>
                  <a:pt x="1027163" y="868222"/>
                </a:lnTo>
                <a:lnTo>
                  <a:pt x="1020318" y="863600"/>
                </a:lnTo>
                <a:lnTo>
                  <a:pt x="1011961" y="861898"/>
                </a:lnTo>
                <a:lnTo>
                  <a:pt x="990434" y="861898"/>
                </a:lnTo>
                <a:lnTo>
                  <a:pt x="990434" y="904963"/>
                </a:lnTo>
                <a:lnTo>
                  <a:pt x="990434" y="948016"/>
                </a:lnTo>
                <a:lnTo>
                  <a:pt x="86118" y="948016"/>
                </a:lnTo>
                <a:lnTo>
                  <a:pt x="86118" y="904963"/>
                </a:lnTo>
                <a:lnTo>
                  <a:pt x="452145" y="904963"/>
                </a:lnTo>
                <a:lnTo>
                  <a:pt x="460514" y="903262"/>
                </a:lnTo>
                <a:lnTo>
                  <a:pt x="467360" y="898639"/>
                </a:lnTo>
                <a:lnTo>
                  <a:pt x="471982" y="891781"/>
                </a:lnTo>
                <a:lnTo>
                  <a:pt x="473684" y="883424"/>
                </a:lnTo>
                <a:lnTo>
                  <a:pt x="471982" y="875068"/>
                </a:lnTo>
                <a:lnTo>
                  <a:pt x="467360" y="868222"/>
                </a:lnTo>
                <a:lnTo>
                  <a:pt x="460514" y="863600"/>
                </a:lnTo>
                <a:lnTo>
                  <a:pt x="452145" y="861898"/>
                </a:lnTo>
                <a:lnTo>
                  <a:pt x="387553" y="861898"/>
                </a:lnTo>
                <a:lnTo>
                  <a:pt x="387553" y="818832"/>
                </a:lnTo>
                <a:lnTo>
                  <a:pt x="387553" y="775766"/>
                </a:lnTo>
                <a:lnTo>
                  <a:pt x="387553" y="517398"/>
                </a:lnTo>
                <a:lnTo>
                  <a:pt x="387553" y="474332"/>
                </a:lnTo>
                <a:lnTo>
                  <a:pt x="387553" y="431266"/>
                </a:lnTo>
                <a:lnTo>
                  <a:pt x="688987" y="431266"/>
                </a:lnTo>
                <a:lnTo>
                  <a:pt x="688987" y="861898"/>
                </a:lnTo>
                <a:lnTo>
                  <a:pt x="624395" y="861898"/>
                </a:lnTo>
                <a:lnTo>
                  <a:pt x="616038" y="863600"/>
                </a:lnTo>
                <a:lnTo>
                  <a:pt x="609193" y="868222"/>
                </a:lnTo>
                <a:lnTo>
                  <a:pt x="604570" y="875068"/>
                </a:lnTo>
                <a:lnTo>
                  <a:pt x="602869" y="883424"/>
                </a:lnTo>
                <a:lnTo>
                  <a:pt x="604570" y="891781"/>
                </a:lnTo>
                <a:lnTo>
                  <a:pt x="609193" y="898639"/>
                </a:lnTo>
                <a:lnTo>
                  <a:pt x="616038" y="903262"/>
                </a:lnTo>
                <a:lnTo>
                  <a:pt x="624395" y="904963"/>
                </a:lnTo>
                <a:lnTo>
                  <a:pt x="990434" y="904963"/>
                </a:lnTo>
                <a:lnTo>
                  <a:pt x="990434" y="861898"/>
                </a:lnTo>
                <a:lnTo>
                  <a:pt x="990434" y="818832"/>
                </a:lnTo>
                <a:lnTo>
                  <a:pt x="990434" y="775766"/>
                </a:lnTo>
                <a:lnTo>
                  <a:pt x="990434" y="517398"/>
                </a:lnTo>
                <a:lnTo>
                  <a:pt x="990434" y="474332"/>
                </a:lnTo>
                <a:lnTo>
                  <a:pt x="990434" y="431266"/>
                </a:lnTo>
                <a:lnTo>
                  <a:pt x="1011961" y="431266"/>
                </a:lnTo>
                <a:lnTo>
                  <a:pt x="1020318" y="429577"/>
                </a:lnTo>
                <a:lnTo>
                  <a:pt x="1027163" y="424942"/>
                </a:lnTo>
                <a:lnTo>
                  <a:pt x="1031786" y="418096"/>
                </a:lnTo>
                <a:lnTo>
                  <a:pt x="1033487" y="409740"/>
                </a:lnTo>
                <a:lnTo>
                  <a:pt x="1033487" y="388213"/>
                </a:lnTo>
                <a:lnTo>
                  <a:pt x="1033487" y="345147"/>
                </a:lnTo>
                <a:lnTo>
                  <a:pt x="1055027" y="345147"/>
                </a:lnTo>
                <a:lnTo>
                  <a:pt x="1063383" y="343446"/>
                </a:lnTo>
                <a:lnTo>
                  <a:pt x="1070229" y="338823"/>
                </a:lnTo>
                <a:lnTo>
                  <a:pt x="1074851" y="331978"/>
                </a:lnTo>
                <a:lnTo>
                  <a:pt x="1076553" y="323621"/>
                </a:lnTo>
                <a:lnTo>
                  <a:pt x="1076553" y="302082"/>
                </a:lnTo>
                <a:lnTo>
                  <a:pt x="1076553" y="250621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1414655" y="3754187"/>
            <a:ext cx="5523230" cy="5266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rgbClr val="151D5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520251"/>
            <a:ext cx="11435715" cy="1506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7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25609" y="1905157"/>
            <a:ext cx="13945235" cy="5377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0" b="0" i="0">
                <a:solidFill>
                  <a:srgbClr val="151D56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4625"/>
              </a:lnSpc>
              <a:spcBef>
                <a:spcPts val="95"/>
              </a:spcBef>
            </a:pPr>
            <a:r>
              <a:rPr dirty="0" sz="14000" spc="-20"/>
              <a:t>This</a:t>
            </a:r>
            <a:endParaRPr sz="14000"/>
          </a:p>
          <a:p>
            <a:pPr marL="12700">
              <a:lnSpc>
                <a:spcPts val="14625"/>
              </a:lnSpc>
            </a:pPr>
            <a:r>
              <a:rPr dirty="0" sz="14000" spc="360"/>
              <a:t>is</a:t>
            </a:r>
            <a:r>
              <a:rPr dirty="0" sz="14000" spc="-715"/>
              <a:t> </a:t>
            </a:r>
            <a:r>
              <a:rPr dirty="0" sz="14000" spc="-380"/>
              <a:t>Bob.</a:t>
            </a:r>
            <a:endParaRPr sz="14000"/>
          </a:p>
        </p:txBody>
      </p:sp>
      <p:sp>
        <p:nvSpPr>
          <p:cNvPr id="3" name="object 3"/>
          <p:cNvSpPr txBox="1"/>
          <p:nvPr/>
        </p:nvSpPr>
        <p:spPr>
          <a:xfrm>
            <a:off x="535272" y="3932846"/>
            <a:ext cx="4689475" cy="56896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550" spc="-140" i="1">
                <a:solidFill>
                  <a:srgbClr val="FFFFFF"/>
                </a:solidFill>
                <a:latin typeface="Trebuchet MS"/>
                <a:cs typeface="Trebuchet MS"/>
              </a:rPr>
              <a:t>(Cookeville,</a:t>
            </a:r>
            <a:r>
              <a:rPr dirty="0" sz="3550" spc="-9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-320" i="1">
                <a:solidFill>
                  <a:srgbClr val="FFFFFF"/>
                </a:solidFill>
                <a:latin typeface="Trebuchet MS"/>
                <a:cs typeface="Trebuchet MS"/>
              </a:rPr>
              <a:t>TN</a:t>
            </a:r>
            <a:r>
              <a:rPr dirty="0" sz="3550" spc="-9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550" spc="-114" i="1">
                <a:solidFill>
                  <a:srgbClr val="FFFFFF"/>
                </a:solidFill>
                <a:latin typeface="Trebuchet MS"/>
                <a:cs typeface="Trebuchet MS"/>
              </a:rPr>
              <a:t>resident)</a:t>
            </a:r>
            <a:endParaRPr sz="3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5860042" cy="10286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28700" y="0"/>
              <a:ext cx="10381615" cy="10287000"/>
            </a:xfrm>
            <a:custGeom>
              <a:avLst/>
              <a:gdLst/>
              <a:ahLst/>
              <a:cxnLst/>
              <a:rect l="l" t="t" r="r" b="b"/>
              <a:pathLst>
                <a:path w="10381615" h="10287000">
                  <a:moveTo>
                    <a:pt x="10381358" y="0"/>
                  </a:moveTo>
                  <a:lnTo>
                    <a:pt x="10381358" y="10286998"/>
                  </a:lnTo>
                  <a:lnTo>
                    <a:pt x="0" y="10286998"/>
                  </a:lnTo>
                  <a:lnTo>
                    <a:pt x="0" y="0"/>
                  </a:lnTo>
                  <a:lnTo>
                    <a:pt x="103813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96258" y="380657"/>
            <a:ext cx="8599805" cy="12998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350" spc="-630">
                <a:solidFill>
                  <a:srgbClr val="2399D0"/>
                </a:solidFill>
              </a:rPr>
              <a:t>V</a:t>
            </a:r>
            <a:r>
              <a:rPr dirty="0" sz="8350" spc="145">
                <a:solidFill>
                  <a:srgbClr val="2399D0"/>
                </a:solidFill>
              </a:rPr>
              <a:t>a</a:t>
            </a:r>
            <a:r>
              <a:rPr dirty="0" sz="8350" spc="140">
                <a:solidFill>
                  <a:srgbClr val="2399D0"/>
                </a:solidFill>
              </a:rPr>
              <a:t>lu</a:t>
            </a:r>
            <a:r>
              <a:rPr dirty="0" sz="8350" spc="150">
                <a:solidFill>
                  <a:srgbClr val="2399D0"/>
                </a:solidFill>
              </a:rPr>
              <a:t>e</a:t>
            </a:r>
            <a:r>
              <a:rPr dirty="0" sz="8350" spc="-590">
                <a:solidFill>
                  <a:srgbClr val="2399D0"/>
                </a:solidFill>
              </a:rPr>
              <a:t> </a:t>
            </a:r>
            <a:r>
              <a:rPr dirty="0" sz="8350" spc="-50">
                <a:solidFill>
                  <a:srgbClr val="2399D0"/>
                </a:solidFill>
              </a:rPr>
              <a:t>Proposition</a:t>
            </a:r>
            <a:endParaRPr sz="8350"/>
          </a:p>
        </p:txBody>
      </p:sp>
      <p:sp>
        <p:nvSpPr>
          <p:cNvPr id="7" name="object 7"/>
          <p:cNvSpPr txBox="1"/>
          <p:nvPr/>
        </p:nvSpPr>
        <p:spPr>
          <a:xfrm>
            <a:off x="1696258" y="1640130"/>
            <a:ext cx="8955405" cy="815911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12700" marR="5080">
              <a:lnSpc>
                <a:spcPts val="7009"/>
              </a:lnSpc>
              <a:spcBef>
                <a:spcPts val="1125"/>
              </a:spcBef>
            </a:pPr>
            <a:r>
              <a:rPr dirty="0" sz="6600">
                <a:solidFill>
                  <a:srgbClr val="2399D0"/>
                </a:solidFill>
                <a:latin typeface="Trebuchet MS"/>
                <a:cs typeface="Trebuchet MS"/>
              </a:rPr>
              <a:t>No</a:t>
            </a:r>
            <a:r>
              <a:rPr dirty="0" sz="6600" spc="-3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85">
                <a:solidFill>
                  <a:srgbClr val="2399D0"/>
                </a:solidFill>
                <a:latin typeface="Trebuchet MS"/>
                <a:cs typeface="Trebuchet MS"/>
              </a:rPr>
              <a:t>single</a:t>
            </a:r>
            <a:r>
              <a:rPr dirty="0" sz="6600" spc="-36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310">
                <a:solidFill>
                  <a:srgbClr val="2399D0"/>
                </a:solidFill>
                <a:latin typeface="Trebuchet MS"/>
                <a:cs typeface="Trebuchet MS"/>
              </a:rPr>
              <a:t>employer, </a:t>
            </a:r>
            <a:r>
              <a:rPr dirty="0" sz="6600" spc="-70">
                <a:solidFill>
                  <a:srgbClr val="2399D0"/>
                </a:solidFill>
                <a:latin typeface="Trebuchet MS"/>
                <a:cs typeface="Trebuchet MS"/>
              </a:rPr>
              <a:t>agency,</a:t>
            </a:r>
            <a:r>
              <a:rPr dirty="0" sz="6600" spc="-38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114">
                <a:solidFill>
                  <a:srgbClr val="2399D0"/>
                </a:solidFill>
                <a:latin typeface="Trebuchet MS"/>
                <a:cs typeface="Trebuchet MS"/>
              </a:rPr>
              <a:t>or</a:t>
            </a:r>
            <a:r>
              <a:rPr dirty="0" sz="6600" spc="-37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305">
                <a:solidFill>
                  <a:srgbClr val="2399D0"/>
                </a:solidFill>
                <a:latin typeface="Trebuchet MS"/>
                <a:cs typeface="Trebuchet MS"/>
              </a:rPr>
              <a:t>institution </a:t>
            </a:r>
            <a:r>
              <a:rPr dirty="0" sz="6600" spc="70">
                <a:solidFill>
                  <a:srgbClr val="2399D0"/>
                </a:solidFill>
                <a:latin typeface="Trebuchet MS"/>
                <a:cs typeface="Trebuchet MS"/>
              </a:rPr>
              <a:t>can</a:t>
            </a:r>
            <a:r>
              <a:rPr dirty="0" sz="6600" spc="-2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165">
                <a:solidFill>
                  <a:srgbClr val="2399D0"/>
                </a:solidFill>
                <a:latin typeface="Trebuchet MS"/>
                <a:cs typeface="Trebuchet MS"/>
              </a:rPr>
              <a:t>move</a:t>
            </a:r>
            <a:r>
              <a:rPr dirty="0" sz="6600" spc="-26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204">
                <a:solidFill>
                  <a:srgbClr val="2399D0"/>
                </a:solidFill>
                <a:latin typeface="Trebuchet MS"/>
                <a:cs typeface="Trebuchet MS"/>
              </a:rPr>
              <a:t>the</a:t>
            </a:r>
            <a:r>
              <a:rPr dirty="0" sz="6600" spc="-26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40">
                <a:solidFill>
                  <a:srgbClr val="2399D0"/>
                </a:solidFill>
                <a:latin typeface="Trebuchet MS"/>
                <a:cs typeface="Trebuchet MS"/>
              </a:rPr>
              <a:t>workforce </a:t>
            </a:r>
            <a:r>
              <a:rPr dirty="0" sz="6600" spc="-85">
                <a:solidFill>
                  <a:srgbClr val="2399D0"/>
                </a:solidFill>
                <a:latin typeface="Trebuchet MS"/>
                <a:cs typeface="Trebuchet MS"/>
              </a:rPr>
              <a:t>needle</a:t>
            </a:r>
            <a:r>
              <a:rPr dirty="0" sz="6600" spc="-41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150">
                <a:solidFill>
                  <a:srgbClr val="2399D0"/>
                </a:solidFill>
                <a:latin typeface="Trebuchet MS"/>
                <a:cs typeface="Trebuchet MS"/>
              </a:rPr>
              <a:t>alone.</a:t>
            </a:r>
            <a:r>
              <a:rPr dirty="0" sz="6600" spc="-30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395">
                <a:solidFill>
                  <a:srgbClr val="2399D0"/>
                </a:solidFill>
                <a:latin typeface="Trebuchet MS"/>
                <a:cs typeface="Trebuchet MS"/>
              </a:rPr>
              <a:t>The</a:t>
            </a:r>
            <a:r>
              <a:rPr dirty="0" sz="6600" spc="-20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10">
                <a:solidFill>
                  <a:srgbClr val="2399D0"/>
                </a:solidFill>
                <a:latin typeface="Trebuchet MS"/>
                <a:cs typeface="Trebuchet MS"/>
              </a:rPr>
              <a:t>Upper </a:t>
            </a:r>
            <a:r>
              <a:rPr dirty="0" sz="6600" spc="-45">
                <a:solidFill>
                  <a:srgbClr val="2399D0"/>
                </a:solidFill>
                <a:latin typeface="Trebuchet MS"/>
                <a:cs typeface="Trebuchet MS"/>
              </a:rPr>
              <a:t>Cumberland</a:t>
            </a:r>
            <a:r>
              <a:rPr dirty="0" sz="6600" spc="-40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90">
                <a:solidFill>
                  <a:srgbClr val="2399D0"/>
                </a:solidFill>
                <a:latin typeface="Trebuchet MS"/>
                <a:cs typeface="Trebuchet MS"/>
              </a:rPr>
              <a:t>already</a:t>
            </a:r>
            <a:r>
              <a:rPr dirty="0" sz="6600" spc="-40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25">
                <a:solidFill>
                  <a:srgbClr val="2399D0"/>
                </a:solidFill>
                <a:latin typeface="Trebuchet MS"/>
                <a:cs typeface="Trebuchet MS"/>
              </a:rPr>
              <a:t>has </a:t>
            </a:r>
            <a:r>
              <a:rPr dirty="0" sz="6600" spc="-204">
                <a:solidFill>
                  <a:srgbClr val="2399D0"/>
                </a:solidFill>
                <a:latin typeface="Trebuchet MS"/>
                <a:cs typeface="Trebuchet MS"/>
              </a:rPr>
              <a:t>the</a:t>
            </a:r>
            <a:r>
              <a:rPr dirty="0" sz="6600" spc="-21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175">
                <a:solidFill>
                  <a:srgbClr val="2399D0"/>
                </a:solidFill>
                <a:latin typeface="Trebuchet MS"/>
                <a:cs typeface="Trebuchet MS"/>
              </a:rPr>
              <a:t>relationships</a:t>
            </a:r>
            <a:r>
              <a:rPr dirty="0" sz="6600" spc="-21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>
                <a:solidFill>
                  <a:srgbClr val="2399D0"/>
                </a:solidFill>
                <a:latin typeface="Trebuchet MS"/>
                <a:cs typeface="Trebuchet MS"/>
              </a:rPr>
              <a:t>and</a:t>
            </a:r>
            <a:r>
              <a:rPr dirty="0" sz="6600" spc="-21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90">
                <a:solidFill>
                  <a:srgbClr val="2399D0"/>
                </a:solidFill>
                <a:latin typeface="Trebuchet MS"/>
                <a:cs typeface="Trebuchet MS"/>
              </a:rPr>
              <a:t>the </a:t>
            </a:r>
            <a:r>
              <a:rPr dirty="0" sz="6600" spc="-125">
                <a:solidFill>
                  <a:srgbClr val="2399D0"/>
                </a:solidFill>
                <a:latin typeface="Trebuchet MS"/>
                <a:cs typeface="Trebuchet MS"/>
              </a:rPr>
              <a:t>tools</a:t>
            </a:r>
            <a:r>
              <a:rPr dirty="0" sz="6600" spc="-33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50">
                <a:solidFill>
                  <a:srgbClr val="2399D0"/>
                </a:solidFill>
                <a:latin typeface="Trebuchet MS"/>
                <a:cs typeface="Trebuchet MS"/>
              </a:rPr>
              <a:t>to</a:t>
            </a:r>
            <a:r>
              <a:rPr dirty="0" sz="6600" spc="-33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>
                <a:solidFill>
                  <a:srgbClr val="2399D0"/>
                </a:solidFill>
                <a:latin typeface="Trebuchet MS"/>
                <a:cs typeface="Trebuchet MS"/>
              </a:rPr>
              <a:t>act</a:t>
            </a:r>
            <a:r>
              <a:rPr dirty="0" sz="6600" spc="-32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70">
                <a:solidFill>
                  <a:srgbClr val="2399D0"/>
                </a:solidFill>
                <a:latin typeface="Trebuchet MS"/>
                <a:cs typeface="Trebuchet MS"/>
              </a:rPr>
              <a:t>together.</a:t>
            </a:r>
            <a:endParaRPr sz="6600">
              <a:latin typeface="Trebuchet MS"/>
              <a:cs typeface="Trebuchet MS"/>
            </a:endParaRPr>
          </a:p>
          <a:p>
            <a:pPr marL="12700" marR="1818005">
              <a:lnSpc>
                <a:spcPts val="7009"/>
              </a:lnSpc>
            </a:pPr>
            <a:r>
              <a:rPr dirty="0" sz="6600" spc="-45">
                <a:solidFill>
                  <a:srgbClr val="2399D0"/>
                </a:solidFill>
                <a:latin typeface="Trebuchet MS"/>
                <a:cs typeface="Trebuchet MS"/>
              </a:rPr>
              <a:t>Collaboration</a:t>
            </a:r>
            <a:r>
              <a:rPr dirty="0" sz="6600" spc="-39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114">
                <a:solidFill>
                  <a:srgbClr val="2399D0"/>
                </a:solidFill>
                <a:latin typeface="Trebuchet MS"/>
                <a:cs typeface="Trebuchet MS"/>
              </a:rPr>
              <a:t>is</a:t>
            </a:r>
            <a:r>
              <a:rPr dirty="0" sz="6600" spc="-38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6600" spc="-135">
                <a:solidFill>
                  <a:srgbClr val="2399D0"/>
                </a:solidFill>
                <a:latin typeface="Trebuchet MS"/>
                <a:cs typeface="Trebuchet MS"/>
              </a:rPr>
              <a:t>our </a:t>
            </a:r>
            <a:r>
              <a:rPr dirty="0" sz="6600" spc="-165">
                <a:solidFill>
                  <a:srgbClr val="2399D0"/>
                </a:solidFill>
                <a:latin typeface="Trebuchet MS"/>
                <a:cs typeface="Trebuchet MS"/>
              </a:rPr>
              <a:t>differentiator.</a:t>
            </a:r>
            <a:endParaRPr sz="6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9" cy="85041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4603454"/>
              <a:ext cx="18288000" cy="5664835"/>
            </a:xfrm>
            <a:custGeom>
              <a:avLst/>
              <a:gdLst/>
              <a:ahLst/>
              <a:cxnLst/>
              <a:rect l="l" t="t" r="r" b="b"/>
              <a:pathLst>
                <a:path w="18288000" h="5664834">
                  <a:moveTo>
                    <a:pt x="18287930" y="0"/>
                  </a:moveTo>
                  <a:lnTo>
                    <a:pt x="18287930" y="5664239"/>
                  </a:lnTo>
                  <a:lnTo>
                    <a:pt x="0" y="5664239"/>
                  </a:lnTo>
                  <a:lnTo>
                    <a:pt x="0" y="0"/>
                  </a:lnTo>
                  <a:lnTo>
                    <a:pt x="182879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853273" y="4988335"/>
            <a:ext cx="13830935" cy="1940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5050"/>
              </a:lnSpc>
              <a:spcBef>
                <a:spcPts val="95"/>
              </a:spcBef>
            </a:pPr>
            <a:r>
              <a:rPr dirty="0" sz="5000" spc="-200" i="1">
                <a:solidFill>
                  <a:srgbClr val="151D56"/>
                </a:solidFill>
                <a:latin typeface="Trebuchet MS"/>
                <a:cs typeface="Trebuchet MS"/>
              </a:rPr>
              <a:t>Identified</a:t>
            </a:r>
            <a:r>
              <a:rPr dirty="0" sz="5000" spc="-13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5000" spc="-10" i="1">
                <a:solidFill>
                  <a:srgbClr val="151D56"/>
                </a:solidFill>
                <a:latin typeface="Trebuchet MS"/>
                <a:cs typeface="Trebuchet MS"/>
              </a:rPr>
              <a:t>Cluster</a:t>
            </a:r>
            <a:endParaRPr sz="5000">
              <a:latin typeface="Trebuchet MS"/>
              <a:cs typeface="Trebuchet MS"/>
            </a:endParaRPr>
          </a:p>
          <a:p>
            <a:pPr marL="12700">
              <a:lnSpc>
                <a:spcPts val="10030"/>
              </a:lnSpc>
            </a:pPr>
            <a:r>
              <a:rPr dirty="0" sz="9150" spc="160" b="1">
                <a:solidFill>
                  <a:srgbClr val="2399D0"/>
                </a:solidFill>
                <a:latin typeface="Trebuchet MS"/>
                <a:cs typeface="Trebuchet MS"/>
              </a:rPr>
              <a:t>Advanced</a:t>
            </a:r>
            <a:r>
              <a:rPr dirty="0" sz="9150" spc="-445" b="1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9150" spc="140" b="1">
                <a:solidFill>
                  <a:srgbClr val="2399D0"/>
                </a:solidFill>
                <a:latin typeface="Trebuchet MS"/>
                <a:cs typeface="Trebuchet MS"/>
              </a:rPr>
              <a:t>Manufacturing</a:t>
            </a:r>
            <a:endParaRPr sz="91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70798" y="7064340"/>
            <a:ext cx="171450" cy="2419350"/>
            <a:chOff x="1370798" y="7064340"/>
            <a:chExt cx="171450" cy="241935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0798" y="7064340"/>
              <a:ext cx="171450" cy="1714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0798" y="8188290"/>
              <a:ext cx="171450" cy="1714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70798" y="9312241"/>
              <a:ext cx="171450" cy="1714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853273" y="6766366"/>
            <a:ext cx="15951200" cy="3373754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918210" marR="19685">
              <a:lnSpc>
                <a:spcPts val="4420"/>
              </a:lnSpc>
              <a:spcBef>
                <a:spcPts val="760"/>
              </a:spcBef>
            </a:pPr>
            <a:r>
              <a:rPr dirty="0" sz="4200" spc="-275">
                <a:solidFill>
                  <a:srgbClr val="151D56"/>
                </a:solidFill>
                <a:latin typeface="Trebuchet MS"/>
                <a:cs typeface="Trebuchet MS"/>
              </a:rPr>
              <a:t>It</a:t>
            </a:r>
            <a:r>
              <a:rPr dirty="0" sz="4200" spc="-13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90">
                <a:solidFill>
                  <a:srgbClr val="151D56"/>
                </a:solidFill>
                <a:latin typeface="Trebuchet MS"/>
                <a:cs typeface="Trebuchet MS"/>
              </a:rPr>
              <a:t>is</a:t>
            </a:r>
            <a:r>
              <a:rPr dirty="0" sz="4200" spc="-229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>
                <a:solidFill>
                  <a:srgbClr val="151D56"/>
                </a:solidFill>
                <a:latin typeface="Trebuchet MS"/>
                <a:cs typeface="Trebuchet MS"/>
              </a:rPr>
              <a:t>one</a:t>
            </a:r>
            <a:r>
              <a:rPr dirty="0" sz="4200" spc="-254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>
                <a:solidFill>
                  <a:srgbClr val="151D56"/>
                </a:solidFill>
                <a:latin typeface="Trebuchet MS"/>
                <a:cs typeface="Trebuchet MS"/>
              </a:rPr>
              <a:t>of</a:t>
            </a:r>
            <a:r>
              <a:rPr dirty="0" sz="4200" spc="-19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60">
                <a:solidFill>
                  <a:srgbClr val="151D56"/>
                </a:solidFill>
                <a:latin typeface="Trebuchet MS"/>
                <a:cs typeface="Trebuchet MS"/>
              </a:rPr>
              <a:t>the</a:t>
            </a:r>
            <a:r>
              <a:rPr dirty="0" sz="4200" spc="-15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40">
                <a:solidFill>
                  <a:srgbClr val="151D56"/>
                </a:solidFill>
                <a:latin typeface="Trebuchet MS"/>
                <a:cs typeface="Trebuchet MS"/>
              </a:rPr>
              <a:t>region's</a:t>
            </a:r>
            <a:r>
              <a:rPr dirty="0" sz="4200" spc="-19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70">
                <a:solidFill>
                  <a:srgbClr val="151D56"/>
                </a:solidFill>
                <a:latin typeface="Trebuchet MS"/>
                <a:cs typeface="Trebuchet MS"/>
              </a:rPr>
              <a:t>largest</a:t>
            </a:r>
            <a:r>
              <a:rPr dirty="0" sz="4200" spc="-18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>
                <a:solidFill>
                  <a:srgbClr val="151D56"/>
                </a:solidFill>
                <a:latin typeface="Trebuchet MS"/>
                <a:cs typeface="Trebuchet MS"/>
              </a:rPr>
              <a:t>and</a:t>
            </a:r>
            <a:r>
              <a:rPr dirty="0" sz="4200" spc="-19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35">
                <a:solidFill>
                  <a:srgbClr val="151D56"/>
                </a:solidFill>
                <a:latin typeface="Trebuchet MS"/>
                <a:cs typeface="Trebuchet MS"/>
              </a:rPr>
              <a:t>most</a:t>
            </a:r>
            <a:r>
              <a:rPr dirty="0" sz="4200" spc="-18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30">
                <a:solidFill>
                  <a:srgbClr val="151D56"/>
                </a:solidFill>
                <a:latin typeface="Trebuchet MS"/>
                <a:cs typeface="Trebuchet MS"/>
              </a:rPr>
              <a:t>diverse</a:t>
            </a:r>
            <a:r>
              <a:rPr dirty="0" sz="4200" spc="-18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40">
                <a:solidFill>
                  <a:srgbClr val="151D56"/>
                </a:solidFill>
                <a:latin typeface="Trebuchet MS"/>
                <a:cs typeface="Trebuchet MS"/>
              </a:rPr>
              <a:t>sectors,</a:t>
            </a:r>
            <a:r>
              <a:rPr dirty="0" sz="4200" spc="-17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0">
                <a:solidFill>
                  <a:srgbClr val="151D56"/>
                </a:solidFill>
                <a:latin typeface="Trebuchet MS"/>
                <a:cs typeface="Trebuchet MS"/>
              </a:rPr>
              <a:t>spanning </a:t>
            </a:r>
            <a:r>
              <a:rPr dirty="0" sz="4200" spc="-65">
                <a:solidFill>
                  <a:srgbClr val="151D56"/>
                </a:solidFill>
                <a:latin typeface="Trebuchet MS"/>
                <a:cs typeface="Trebuchet MS"/>
              </a:rPr>
              <a:t>clay</a:t>
            </a:r>
            <a:r>
              <a:rPr dirty="0" sz="4200" spc="-14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>
                <a:solidFill>
                  <a:srgbClr val="151D56"/>
                </a:solidFill>
                <a:latin typeface="Trebuchet MS"/>
                <a:cs typeface="Trebuchet MS"/>
              </a:rPr>
              <a:t>and</a:t>
            </a:r>
            <a:r>
              <a:rPr dirty="0" sz="4200" spc="-14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30">
                <a:solidFill>
                  <a:srgbClr val="151D56"/>
                </a:solidFill>
                <a:latin typeface="Trebuchet MS"/>
                <a:cs typeface="Trebuchet MS"/>
              </a:rPr>
              <a:t>ceramics,</a:t>
            </a:r>
            <a:r>
              <a:rPr dirty="0" sz="4200" spc="-14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30">
                <a:solidFill>
                  <a:srgbClr val="151D56"/>
                </a:solidFill>
                <a:latin typeface="Trebuchet MS"/>
                <a:cs typeface="Trebuchet MS"/>
              </a:rPr>
              <a:t>plastics,</a:t>
            </a:r>
            <a:r>
              <a:rPr dirty="0" sz="4200" spc="-13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>
                <a:solidFill>
                  <a:srgbClr val="151D56"/>
                </a:solidFill>
                <a:latin typeface="Trebuchet MS"/>
                <a:cs typeface="Trebuchet MS"/>
              </a:rPr>
              <a:t>wood</a:t>
            </a:r>
            <a:r>
              <a:rPr dirty="0" sz="4200" spc="-14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30">
                <a:solidFill>
                  <a:srgbClr val="151D56"/>
                </a:solidFill>
                <a:latin typeface="Trebuchet MS"/>
                <a:cs typeface="Trebuchet MS"/>
              </a:rPr>
              <a:t>products,</a:t>
            </a:r>
            <a:r>
              <a:rPr dirty="0" sz="4200" spc="-14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>
                <a:solidFill>
                  <a:srgbClr val="151D56"/>
                </a:solidFill>
                <a:latin typeface="Trebuchet MS"/>
                <a:cs typeface="Trebuchet MS"/>
              </a:rPr>
              <a:t>and</a:t>
            </a:r>
            <a:r>
              <a:rPr dirty="0" sz="4200" spc="-14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45">
                <a:solidFill>
                  <a:srgbClr val="151D56"/>
                </a:solidFill>
                <a:latin typeface="Trebuchet MS"/>
                <a:cs typeface="Trebuchet MS"/>
              </a:rPr>
              <a:t>automotive.</a:t>
            </a:r>
            <a:endParaRPr sz="4200">
              <a:latin typeface="Trebuchet MS"/>
              <a:cs typeface="Trebuchet MS"/>
            </a:endParaRPr>
          </a:p>
          <a:p>
            <a:pPr marL="918210" marR="439420">
              <a:lnSpc>
                <a:spcPts val="4430"/>
              </a:lnSpc>
            </a:pPr>
            <a:r>
              <a:rPr dirty="0" sz="4200" spc="-165">
                <a:solidFill>
                  <a:srgbClr val="151D56"/>
                </a:solidFill>
                <a:latin typeface="Trebuchet MS"/>
                <a:cs typeface="Trebuchet MS"/>
              </a:rPr>
              <a:t>Persistent</a:t>
            </a:r>
            <a:r>
              <a:rPr dirty="0" sz="4200" spc="-15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210">
                <a:solidFill>
                  <a:srgbClr val="151D56"/>
                </a:solidFill>
                <a:latin typeface="Trebuchet MS"/>
                <a:cs typeface="Trebuchet MS"/>
              </a:rPr>
              <a:t>turnover</a:t>
            </a:r>
            <a:r>
              <a:rPr dirty="0" sz="4200" spc="-13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45">
                <a:solidFill>
                  <a:srgbClr val="151D56"/>
                </a:solidFill>
                <a:latin typeface="Trebuchet MS"/>
                <a:cs typeface="Trebuchet MS"/>
              </a:rPr>
              <a:t>creates</a:t>
            </a:r>
            <a:r>
              <a:rPr dirty="0" sz="4200" spc="-204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175">
                <a:solidFill>
                  <a:srgbClr val="151D56"/>
                </a:solidFill>
                <a:latin typeface="Trebuchet MS"/>
                <a:cs typeface="Trebuchet MS"/>
              </a:rPr>
              <a:t>a</a:t>
            </a:r>
            <a:r>
              <a:rPr dirty="0" sz="4200" spc="-16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65">
                <a:solidFill>
                  <a:srgbClr val="151D56"/>
                </a:solidFill>
                <a:latin typeface="Trebuchet MS"/>
                <a:cs typeface="Trebuchet MS"/>
              </a:rPr>
              <a:t>clear,</a:t>
            </a:r>
            <a:r>
              <a:rPr dirty="0" sz="4200" spc="-15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85">
                <a:solidFill>
                  <a:srgbClr val="151D56"/>
                </a:solidFill>
                <a:latin typeface="Trebuchet MS"/>
                <a:cs typeface="Trebuchet MS"/>
              </a:rPr>
              <a:t>measurable</a:t>
            </a:r>
            <a:r>
              <a:rPr dirty="0" sz="4200" spc="-16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25">
                <a:solidFill>
                  <a:srgbClr val="151D56"/>
                </a:solidFill>
                <a:latin typeface="Trebuchet MS"/>
                <a:cs typeface="Trebuchet MS"/>
              </a:rPr>
              <a:t>problem</a:t>
            </a:r>
            <a:r>
              <a:rPr dirty="0" sz="4200" spc="-16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>
                <a:solidFill>
                  <a:srgbClr val="151D56"/>
                </a:solidFill>
                <a:latin typeface="Trebuchet MS"/>
                <a:cs typeface="Trebuchet MS"/>
              </a:rPr>
              <a:t>we</a:t>
            </a:r>
            <a:r>
              <a:rPr dirty="0" sz="4200" spc="-16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25">
                <a:solidFill>
                  <a:srgbClr val="151D56"/>
                </a:solidFill>
                <a:latin typeface="Trebuchet MS"/>
                <a:cs typeface="Trebuchet MS"/>
              </a:rPr>
              <a:t>can </a:t>
            </a:r>
            <a:r>
              <a:rPr dirty="0" sz="4200" spc="-114">
                <a:solidFill>
                  <a:srgbClr val="151D56"/>
                </a:solidFill>
                <a:latin typeface="Trebuchet MS"/>
                <a:cs typeface="Trebuchet MS"/>
              </a:rPr>
              <a:t>solve</a:t>
            </a:r>
            <a:r>
              <a:rPr dirty="0" sz="4200" spc="-19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25">
                <a:solidFill>
                  <a:srgbClr val="151D56"/>
                </a:solidFill>
                <a:latin typeface="Trebuchet MS"/>
                <a:cs typeface="Trebuchet MS"/>
              </a:rPr>
              <a:t>together.</a:t>
            </a:r>
            <a:endParaRPr sz="4200">
              <a:latin typeface="Trebuchet MS"/>
              <a:cs typeface="Trebuchet MS"/>
            </a:endParaRPr>
          </a:p>
          <a:p>
            <a:pPr marL="918210">
              <a:lnSpc>
                <a:spcPts val="4375"/>
              </a:lnSpc>
            </a:pPr>
            <a:r>
              <a:rPr dirty="0" sz="4200" spc="-135">
                <a:solidFill>
                  <a:srgbClr val="151D56"/>
                </a:solidFill>
                <a:latin typeface="Trebuchet MS"/>
                <a:cs typeface="Trebuchet MS"/>
              </a:rPr>
              <a:t>Employers</a:t>
            </a:r>
            <a:r>
              <a:rPr dirty="0" sz="4200" spc="-18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0">
                <a:solidFill>
                  <a:srgbClr val="151D56"/>
                </a:solidFill>
                <a:latin typeface="Trebuchet MS"/>
                <a:cs typeface="Trebuchet MS"/>
              </a:rPr>
              <a:t>are</a:t>
            </a:r>
            <a:r>
              <a:rPr dirty="0" sz="4200" spc="-21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75">
                <a:solidFill>
                  <a:srgbClr val="151D56"/>
                </a:solidFill>
                <a:latin typeface="Trebuchet MS"/>
                <a:cs typeface="Trebuchet MS"/>
              </a:rPr>
              <a:t>ready</a:t>
            </a:r>
            <a:r>
              <a:rPr dirty="0" sz="4200" spc="-18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30">
                <a:solidFill>
                  <a:srgbClr val="151D56"/>
                </a:solidFill>
                <a:latin typeface="Trebuchet MS"/>
                <a:cs typeface="Trebuchet MS"/>
              </a:rPr>
              <a:t>for</a:t>
            </a:r>
            <a:r>
              <a:rPr dirty="0" sz="4200" spc="-17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70">
                <a:solidFill>
                  <a:srgbClr val="151D56"/>
                </a:solidFill>
                <a:latin typeface="Trebuchet MS"/>
                <a:cs typeface="Trebuchet MS"/>
              </a:rPr>
              <a:t>partnership,</a:t>
            </a:r>
            <a:r>
              <a:rPr dirty="0" sz="4200" spc="-15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10">
                <a:solidFill>
                  <a:srgbClr val="151D56"/>
                </a:solidFill>
                <a:latin typeface="Trebuchet MS"/>
                <a:cs typeface="Trebuchet MS"/>
              </a:rPr>
              <a:t>which</a:t>
            </a:r>
            <a:r>
              <a:rPr dirty="0" sz="4200" spc="-17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00">
                <a:solidFill>
                  <a:srgbClr val="151D56"/>
                </a:solidFill>
                <a:latin typeface="Trebuchet MS"/>
                <a:cs typeface="Trebuchet MS"/>
              </a:rPr>
              <a:t>makes</a:t>
            </a:r>
            <a:r>
              <a:rPr dirty="0" sz="4200" spc="-18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175">
                <a:solidFill>
                  <a:srgbClr val="151D56"/>
                </a:solidFill>
                <a:latin typeface="Trebuchet MS"/>
                <a:cs typeface="Trebuchet MS"/>
              </a:rPr>
              <a:t>a</a:t>
            </a:r>
            <a:r>
              <a:rPr dirty="0" sz="4200" spc="-17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150">
                <a:solidFill>
                  <a:srgbClr val="151D56"/>
                </a:solidFill>
                <a:latin typeface="Trebuchet MS"/>
                <a:cs typeface="Trebuchet MS"/>
              </a:rPr>
              <a:t>pilot</a:t>
            </a:r>
            <a:r>
              <a:rPr dirty="0" sz="4200" spc="-16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4200" spc="-85">
                <a:solidFill>
                  <a:srgbClr val="151D56"/>
                </a:solidFill>
                <a:latin typeface="Trebuchet MS"/>
                <a:cs typeface="Trebuchet MS"/>
              </a:rPr>
              <a:t>realistic.</a:t>
            </a:r>
            <a:endParaRPr sz="4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295"/>
              </a:spcBef>
            </a:pP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Source:</a:t>
            </a:r>
            <a:r>
              <a:rPr dirty="0" sz="1100" spc="1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TNECD;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55" i="1">
                <a:solidFill>
                  <a:srgbClr val="151D56"/>
                </a:solidFill>
                <a:latin typeface="Trebuchet MS"/>
                <a:cs typeface="Trebuchet MS"/>
              </a:rPr>
              <a:t>FirstHR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/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BLS</a:t>
            </a:r>
            <a:r>
              <a:rPr dirty="0" sz="1100" spc="1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70" i="1">
                <a:solidFill>
                  <a:srgbClr val="151D56"/>
                </a:solidFill>
                <a:latin typeface="Trebuchet MS"/>
                <a:cs typeface="Trebuchet MS"/>
              </a:rPr>
              <a:t>JOLTS,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2025;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50" i="1">
                <a:solidFill>
                  <a:srgbClr val="151D56"/>
                </a:solidFill>
                <a:latin typeface="Trebuchet MS"/>
                <a:cs typeface="Trebuchet MS"/>
              </a:rPr>
              <a:t>The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Resource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Company,</a:t>
            </a:r>
            <a:r>
              <a:rPr dirty="0" sz="1100" spc="1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2025;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45" i="1">
                <a:solidFill>
                  <a:srgbClr val="151D56"/>
                </a:solidFill>
                <a:latin typeface="Trebuchet MS"/>
                <a:cs typeface="Trebuchet MS"/>
              </a:rPr>
              <a:t>Deloitte,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10" i="1">
                <a:solidFill>
                  <a:srgbClr val="151D56"/>
                </a:solidFill>
                <a:latin typeface="Trebuchet MS"/>
                <a:cs typeface="Trebuchet MS"/>
              </a:rPr>
              <a:t>via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30" i="1">
                <a:solidFill>
                  <a:srgbClr val="151D56"/>
                </a:solidFill>
                <a:latin typeface="Trebuchet MS"/>
                <a:cs typeface="Trebuchet MS"/>
              </a:rPr>
              <a:t>Achievers,</a:t>
            </a:r>
            <a:r>
              <a:rPr dirty="0" sz="1100" spc="1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2025;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50" i="1">
                <a:solidFill>
                  <a:srgbClr val="151D56"/>
                </a:solidFill>
                <a:latin typeface="Trebuchet MS"/>
                <a:cs typeface="Trebuchet MS"/>
              </a:rPr>
              <a:t>The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10" i="1">
                <a:solidFill>
                  <a:srgbClr val="151D56"/>
                </a:solidFill>
                <a:latin typeface="Trebuchet MS"/>
                <a:cs typeface="Trebuchet MS"/>
              </a:rPr>
              <a:t>Manufacturing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50" i="1">
                <a:solidFill>
                  <a:srgbClr val="151D56"/>
                </a:solidFill>
                <a:latin typeface="Trebuchet MS"/>
                <a:cs typeface="Trebuchet MS"/>
              </a:rPr>
              <a:t>Institute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&amp;</a:t>
            </a:r>
            <a:r>
              <a:rPr dirty="0" sz="1100" spc="1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45" i="1">
                <a:solidFill>
                  <a:srgbClr val="151D56"/>
                </a:solidFill>
                <a:latin typeface="Trebuchet MS"/>
                <a:cs typeface="Trebuchet MS"/>
              </a:rPr>
              <a:t>Deloitte,</a:t>
            </a:r>
            <a:r>
              <a:rPr dirty="0" sz="1100" spc="1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35" i="1">
                <a:solidFill>
                  <a:srgbClr val="151D56"/>
                </a:solidFill>
                <a:latin typeface="Trebuchet MS"/>
                <a:cs typeface="Trebuchet MS"/>
              </a:rPr>
              <a:t>2024.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02621"/>
            <a:ext cx="18288000" cy="5124450"/>
          </a:xfrm>
          <a:custGeom>
            <a:avLst/>
            <a:gdLst/>
            <a:ahLst/>
            <a:cxnLst/>
            <a:rect l="l" t="t" r="r" b="b"/>
            <a:pathLst>
              <a:path w="18288000" h="5124450">
                <a:moveTo>
                  <a:pt x="18287942" y="0"/>
                </a:moveTo>
                <a:lnTo>
                  <a:pt x="18287942" y="5124263"/>
                </a:lnTo>
                <a:lnTo>
                  <a:pt x="0" y="5124263"/>
                </a:lnTo>
                <a:lnTo>
                  <a:pt x="0" y="0"/>
                </a:lnTo>
                <a:lnTo>
                  <a:pt x="18287942" y="0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16000" y="927511"/>
            <a:ext cx="16232505" cy="43688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 marR="5080">
              <a:lnSpc>
                <a:spcPts val="6659"/>
              </a:lnSpc>
              <a:spcBef>
                <a:spcPts val="1060"/>
              </a:spcBef>
            </a:pPr>
            <a:r>
              <a:rPr dirty="0" sz="6250" spc="130" b="1">
                <a:solidFill>
                  <a:srgbClr val="FFFFFF"/>
                </a:solidFill>
                <a:latin typeface="Trebuchet MS"/>
                <a:cs typeface="Trebuchet MS"/>
              </a:rPr>
              <a:t>Strategic</a:t>
            </a:r>
            <a:r>
              <a:rPr dirty="0" sz="6250" spc="-3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165" b="1">
                <a:solidFill>
                  <a:srgbClr val="FFFFFF"/>
                </a:solidFill>
                <a:latin typeface="Trebuchet MS"/>
                <a:cs typeface="Trebuchet MS"/>
              </a:rPr>
              <a:t>priority:</a:t>
            </a:r>
            <a:r>
              <a:rPr dirty="0" sz="6250" spc="-2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229">
                <a:solidFill>
                  <a:srgbClr val="FFFFFF"/>
                </a:solidFill>
                <a:latin typeface="Trebuchet MS"/>
                <a:cs typeface="Trebuchet MS"/>
              </a:rPr>
              <a:t>Build</a:t>
            </a:r>
            <a:r>
              <a:rPr dirty="0" sz="6250" spc="-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90">
                <a:solidFill>
                  <a:srgbClr val="FFFFFF"/>
                </a:solidFill>
                <a:latin typeface="Trebuchet MS"/>
                <a:cs typeface="Trebuchet MS"/>
              </a:rPr>
              <a:t>Empower</a:t>
            </a:r>
            <a:r>
              <a:rPr dirty="0" sz="6250" spc="-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345">
                <a:solidFill>
                  <a:srgbClr val="FFFFFF"/>
                </a:solidFill>
                <a:latin typeface="Trebuchet MS"/>
                <a:cs typeface="Trebuchet MS"/>
              </a:rPr>
              <a:t>UC</a:t>
            </a:r>
            <a:r>
              <a:rPr dirty="0" sz="6250" spc="-2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50">
                <a:solidFill>
                  <a:srgbClr val="FFFFFF"/>
                </a:solidFill>
                <a:latin typeface="Trebuchet MS"/>
                <a:cs typeface="Trebuchet MS"/>
              </a:rPr>
              <a:t>2.0</a:t>
            </a:r>
            <a:r>
              <a:rPr dirty="0" sz="6250" spc="-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145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dirty="0" sz="6250" spc="-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245">
                <a:solidFill>
                  <a:srgbClr val="FFFFFF"/>
                </a:solidFill>
                <a:latin typeface="Trebuchet MS"/>
                <a:cs typeface="Trebuchet MS"/>
              </a:rPr>
              <a:t>a </a:t>
            </a:r>
            <a:r>
              <a:rPr dirty="0" sz="6250" spc="-160">
                <a:solidFill>
                  <a:srgbClr val="FFFFFF"/>
                </a:solidFill>
                <a:latin typeface="Trebuchet MS"/>
                <a:cs typeface="Trebuchet MS"/>
              </a:rPr>
              <a:t>cluster-</a:t>
            </a:r>
            <a:r>
              <a:rPr dirty="0" sz="6250" spc="8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6250" spc="-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155">
                <a:solidFill>
                  <a:srgbClr val="FFFFFF"/>
                </a:solidFill>
                <a:latin typeface="Trebuchet MS"/>
                <a:cs typeface="Trebuchet MS"/>
              </a:rPr>
              <a:t>workforce</a:t>
            </a:r>
            <a:r>
              <a:rPr dirty="0" sz="6250" spc="-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125">
                <a:solidFill>
                  <a:srgbClr val="FFFFFF"/>
                </a:solidFill>
                <a:latin typeface="Trebuchet MS"/>
                <a:cs typeface="Trebuchet MS"/>
              </a:rPr>
              <a:t>participation</a:t>
            </a:r>
            <a:r>
              <a:rPr dirty="0" sz="6250" spc="-22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10">
                <a:solidFill>
                  <a:srgbClr val="FFFFFF"/>
                </a:solidFill>
                <a:latin typeface="Trebuchet MS"/>
                <a:cs typeface="Trebuchet MS"/>
              </a:rPr>
              <a:t>system </a:t>
            </a:r>
            <a:r>
              <a:rPr dirty="0" sz="6250" spc="-180">
                <a:solidFill>
                  <a:srgbClr val="FFFFFF"/>
                </a:solidFill>
                <a:latin typeface="Trebuchet MS"/>
                <a:cs typeface="Trebuchet MS"/>
              </a:rPr>
              <a:t>that</a:t>
            </a:r>
            <a:r>
              <a:rPr dirty="0" sz="6250" spc="-20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95">
                <a:solidFill>
                  <a:srgbClr val="FFFFFF"/>
                </a:solidFill>
                <a:latin typeface="Trebuchet MS"/>
                <a:cs typeface="Trebuchet MS"/>
              </a:rPr>
              <a:t>helps</a:t>
            </a:r>
            <a:r>
              <a:rPr dirty="0" sz="625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155">
                <a:solidFill>
                  <a:srgbClr val="FFFFFF"/>
                </a:solidFill>
                <a:latin typeface="Trebuchet MS"/>
                <a:cs typeface="Trebuchet MS"/>
              </a:rPr>
              <a:t>residents</a:t>
            </a:r>
            <a:r>
              <a:rPr dirty="0" sz="625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340">
                <a:solidFill>
                  <a:srgbClr val="FFFFFF"/>
                </a:solidFill>
                <a:latin typeface="Trebuchet MS"/>
                <a:cs typeface="Trebuchet MS"/>
              </a:rPr>
              <a:t>enter,</a:t>
            </a:r>
            <a:r>
              <a:rPr dirty="0" sz="625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290">
                <a:solidFill>
                  <a:srgbClr val="FFFFFF"/>
                </a:solidFill>
                <a:latin typeface="Trebuchet MS"/>
                <a:cs typeface="Trebuchet MS"/>
              </a:rPr>
              <a:t>stay,</a:t>
            </a:r>
            <a:r>
              <a:rPr dirty="0" sz="625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6250" spc="-1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>
                <a:solidFill>
                  <a:srgbClr val="FFFFFF"/>
                </a:solidFill>
                <a:latin typeface="Trebuchet MS"/>
                <a:cs typeface="Trebuchet MS"/>
              </a:rPr>
              <a:t>advance</a:t>
            </a:r>
            <a:r>
              <a:rPr dirty="0" sz="625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330">
                <a:solidFill>
                  <a:srgbClr val="FFFFFF"/>
                </a:solidFill>
                <a:latin typeface="Trebuchet MS"/>
                <a:cs typeface="Trebuchet MS"/>
              </a:rPr>
              <a:t>in </a:t>
            </a:r>
            <a:r>
              <a:rPr dirty="0" sz="6250" spc="-135">
                <a:solidFill>
                  <a:srgbClr val="FFFFFF"/>
                </a:solidFill>
                <a:latin typeface="Trebuchet MS"/>
                <a:cs typeface="Trebuchet MS"/>
              </a:rPr>
              <a:t>jobs</a:t>
            </a:r>
            <a:r>
              <a:rPr dirty="0" sz="6250" spc="-3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25">
                <a:solidFill>
                  <a:srgbClr val="FFFFFF"/>
                </a:solidFill>
                <a:latin typeface="Trebuchet MS"/>
                <a:cs typeface="Trebuchet MS"/>
              </a:rPr>
              <a:t>connected</a:t>
            </a:r>
            <a:r>
              <a:rPr dirty="0" sz="6250" spc="-3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5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dirty="0" sz="6250" spc="-3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90">
                <a:solidFill>
                  <a:srgbClr val="FFFFFF"/>
                </a:solidFill>
                <a:latin typeface="Trebuchet MS"/>
                <a:cs typeface="Trebuchet MS"/>
              </a:rPr>
              <a:t>resource-</a:t>
            </a:r>
            <a:r>
              <a:rPr dirty="0" sz="6250" spc="8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dirty="0" sz="6250" spc="-3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10">
                <a:solidFill>
                  <a:srgbClr val="FFFFFF"/>
                </a:solidFill>
                <a:latin typeface="Trebuchet MS"/>
                <a:cs typeface="Trebuchet MS"/>
              </a:rPr>
              <a:t>advanced </a:t>
            </a:r>
            <a:r>
              <a:rPr dirty="0" sz="6250" spc="-114">
                <a:solidFill>
                  <a:srgbClr val="FFFFFF"/>
                </a:solidFill>
                <a:latin typeface="Trebuchet MS"/>
                <a:cs typeface="Trebuchet MS"/>
              </a:rPr>
              <a:t>manufacturing</a:t>
            </a:r>
            <a:r>
              <a:rPr dirty="0" sz="6250" spc="-21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6250" spc="-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6250" spc="-30">
                <a:solidFill>
                  <a:srgbClr val="FFFFFF"/>
                </a:solidFill>
                <a:latin typeface="Trebuchet MS"/>
                <a:cs typeface="Trebuchet MS"/>
              </a:rPr>
              <a:t>logistics.</a:t>
            </a:r>
            <a:endParaRPr sz="62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896" y="6377409"/>
            <a:ext cx="148395" cy="1483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896" y="7373778"/>
            <a:ext cx="148395" cy="14839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0896" y="8370148"/>
            <a:ext cx="148395" cy="1483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896" y="8868333"/>
            <a:ext cx="148395" cy="14839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16000" y="6106076"/>
            <a:ext cx="16281400" cy="4014470"/>
          </a:xfrm>
          <a:prstGeom prst="rect">
            <a:avLst/>
          </a:prstGeom>
        </p:spPr>
        <p:txBody>
          <a:bodyPr wrap="square" lIns="0" tIns="85090" rIns="0" bIns="0" rtlCol="0" vert="horz">
            <a:spAutoFit/>
          </a:bodyPr>
          <a:lstStyle/>
          <a:p>
            <a:pPr marL="380365" marR="822325">
              <a:lnSpc>
                <a:spcPts val="3920"/>
              </a:lnSpc>
              <a:spcBef>
                <a:spcPts val="670"/>
              </a:spcBef>
            </a:pPr>
            <a:r>
              <a:rPr dirty="0" sz="3700" spc="-40">
                <a:solidFill>
                  <a:srgbClr val="2399D0"/>
                </a:solidFill>
                <a:latin typeface="Trebuchet MS"/>
                <a:cs typeface="Trebuchet MS"/>
              </a:rPr>
              <a:t>Collaboration</a:t>
            </a:r>
            <a:r>
              <a:rPr dirty="0" sz="3700" spc="-19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75">
                <a:solidFill>
                  <a:srgbClr val="2399D0"/>
                </a:solidFill>
                <a:latin typeface="Trebuchet MS"/>
                <a:cs typeface="Trebuchet MS"/>
              </a:rPr>
              <a:t>is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155">
                <a:solidFill>
                  <a:srgbClr val="2399D0"/>
                </a:solidFill>
                <a:latin typeface="Trebuchet MS"/>
                <a:cs typeface="Trebuchet MS"/>
              </a:rPr>
              <a:t>a</a:t>
            </a:r>
            <a:r>
              <a:rPr dirty="0" sz="3700" spc="-16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55">
                <a:solidFill>
                  <a:srgbClr val="2399D0"/>
                </a:solidFill>
                <a:latin typeface="Trebuchet MS"/>
                <a:cs typeface="Trebuchet MS"/>
              </a:rPr>
              <a:t>documented</a:t>
            </a:r>
            <a:r>
              <a:rPr dirty="0" sz="3700" spc="-16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50">
                <a:solidFill>
                  <a:srgbClr val="2399D0"/>
                </a:solidFill>
                <a:latin typeface="Trebuchet MS"/>
                <a:cs typeface="Trebuchet MS"/>
              </a:rPr>
              <a:t>regional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40">
                <a:solidFill>
                  <a:srgbClr val="2399D0"/>
                </a:solidFill>
                <a:latin typeface="Trebuchet MS"/>
                <a:cs typeface="Trebuchet MS"/>
              </a:rPr>
              <a:t>strength.</a:t>
            </a:r>
            <a:r>
              <a:rPr dirty="0" sz="3700" spc="-13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Our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00">
                <a:solidFill>
                  <a:srgbClr val="2399D0"/>
                </a:solidFill>
                <a:latin typeface="Trebuchet MS"/>
                <a:cs typeface="Trebuchet MS"/>
              </a:rPr>
              <a:t>partners</a:t>
            </a:r>
            <a:r>
              <a:rPr dirty="0" sz="3700" spc="-16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are</a:t>
            </a:r>
            <a:r>
              <a:rPr dirty="0" sz="3700" spc="-16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0">
                <a:solidFill>
                  <a:srgbClr val="2399D0"/>
                </a:solidFill>
                <a:latin typeface="Trebuchet MS"/>
                <a:cs typeface="Trebuchet MS"/>
              </a:rPr>
              <a:t>already aligned</a:t>
            </a:r>
            <a:r>
              <a:rPr dirty="0" sz="3700" spc="-19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and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at</a:t>
            </a:r>
            <a:r>
              <a:rPr dirty="0" sz="3700" spc="-17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20">
                <a:solidFill>
                  <a:srgbClr val="2399D0"/>
                </a:solidFill>
                <a:latin typeface="Trebuchet MS"/>
                <a:cs typeface="Trebuchet MS"/>
              </a:rPr>
              <a:t>the</a:t>
            </a:r>
            <a:r>
              <a:rPr dirty="0" sz="3700" spc="-15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0">
                <a:solidFill>
                  <a:srgbClr val="2399D0"/>
                </a:solidFill>
                <a:latin typeface="Trebuchet MS"/>
                <a:cs typeface="Trebuchet MS"/>
              </a:rPr>
              <a:t>table.</a:t>
            </a:r>
            <a:endParaRPr sz="3700">
              <a:latin typeface="Trebuchet MS"/>
              <a:cs typeface="Trebuchet MS"/>
            </a:endParaRPr>
          </a:p>
          <a:p>
            <a:pPr marL="380365" marR="893444">
              <a:lnSpc>
                <a:spcPts val="3920"/>
              </a:lnSpc>
              <a:spcBef>
                <a:spcPts val="5"/>
              </a:spcBef>
            </a:pPr>
            <a:r>
              <a:rPr dirty="0" sz="3700" spc="85">
                <a:solidFill>
                  <a:srgbClr val="2399D0"/>
                </a:solidFill>
                <a:latin typeface="Trebuchet MS"/>
                <a:cs typeface="Trebuchet MS"/>
              </a:rPr>
              <a:t>A</a:t>
            </a:r>
            <a:r>
              <a:rPr dirty="0" sz="3700" spc="-12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95">
                <a:solidFill>
                  <a:srgbClr val="2399D0"/>
                </a:solidFill>
                <a:latin typeface="Trebuchet MS"/>
                <a:cs typeface="Trebuchet MS"/>
              </a:rPr>
              <a:t>proven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85">
                <a:solidFill>
                  <a:srgbClr val="2399D0"/>
                </a:solidFill>
                <a:latin typeface="Trebuchet MS"/>
                <a:cs typeface="Trebuchet MS"/>
              </a:rPr>
              <a:t>toolkit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65">
                <a:solidFill>
                  <a:srgbClr val="2399D0"/>
                </a:solidFill>
                <a:latin typeface="Trebuchet MS"/>
                <a:cs typeface="Trebuchet MS"/>
              </a:rPr>
              <a:t>already</a:t>
            </a:r>
            <a:r>
              <a:rPr dirty="0" sz="3700" spc="-12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exists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and</a:t>
            </a:r>
            <a:r>
              <a:rPr dirty="0" sz="3700" spc="-12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can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be</a:t>
            </a:r>
            <a:r>
              <a:rPr dirty="0" sz="3700" spc="-12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75">
                <a:solidFill>
                  <a:srgbClr val="2399D0"/>
                </a:solidFill>
                <a:latin typeface="Trebuchet MS"/>
                <a:cs typeface="Trebuchet MS"/>
              </a:rPr>
              <a:t>customized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05">
                <a:solidFill>
                  <a:srgbClr val="2399D0"/>
                </a:solidFill>
                <a:latin typeface="Trebuchet MS"/>
                <a:cs typeface="Trebuchet MS"/>
              </a:rPr>
              <a:t>for</a:t>
            </a:r>
            <a:r>
              <a:rPr dirty="0" sz="3700" spc="-12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155">
                <a:solidFill>
                  <a:srgbClr val="2399D0"/>
                </a:solidFill>
                <a:latin typeface="Trebuchet MS"/>
                <a:cs typeface="Trebuchet MS"/>
              </a:rPr>
              <a:t>a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65">
                <a:solidFill>
                  <a:srgbClr val="2399D0"/>
                </a:solidFill>
                <a:latin typeface="Trebuchet MS"/>
                <a:cs typeface="Trebuchet MS"/>
              </a:rPr>
              <a:t>cluster: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0">
                <a:solidFill>
                  <a:srgbClr val="2399D0"/>
                </a:solidFill>
                <a:latin typeface="Trebuchet MS"/>
                <a:cs typeface="Trebuchet MS"/>
              </a:rPr>
              <a:t>career </a:t>
            </a:r>
            <a:r>
              <a:rPr dirty="0" sz="3700" spc="-50">
                <a:solidFill>
                  <a:srgbClr val="2399D0"/>
                </a:solidFill>
                <a:latin typeface="Trebuchet MS"/>
                <a:cs typeface="Trebuchet MS"/>
              </a:rPr>
              <a:t>pathway</a:t>
            </a:r>
            <a:r>
              <a:rPr dirty="0" sz="3700" spc="-20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45">
                <a:solidFill>
                  <a:srgbClr val="2399D0"/>
                </a:solidFill>
                <a:latin typeface="Trebuchet MS"/>
                <a:cs typeface="Trebuchet MS"/>
              </a:rPr>
              <a:t>app,</a:t>
            </a:r>
            <a:r>
              <a:rPr dirty="0" sz="3700" spc="-18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65">
                <a:solidFill>
                  <a:srgbClr val="2399D0"/>
                </a:solidFill>
                <a:latin typeface="Trebuchet MS"/>
                <a:cs typeface="Trebuchet MS"/>
              </a:rPr>
              <a:t>healthcare</a:t>
            </a:r>
            <a:r>
              <a:rPr dirty="0" sz="3700" spc="-18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65">
                <a:solidFill>
                  <a:srgbClr val="2399D0"/>
                </a:solidFill>
                <a:latin typeface="Trebuchet MS"/>
                <a:cs typeface="Trebuchet MS"/>
              </a:rPr>
              <a:t>bootcamp,</a:t>
            </a:r>
            <a:r>
              <a:rPr dirty="0" sz="3700" spc="-18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10">
                <a:solidFill>
                  <a:srgbClr val="2399D0"/>
                </a:solidFill>
                <a:latin typeface="Trebuchet MS"/>
                <a:cs typeface="Trebuchet MS"/>
              </a:rPr>
              <a:t>executive</a:t>
            </a:r>
            <a:r>
              <a:rPr dirty="0" sz="3700" spc="-16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85">
                <a:solidFill>
                  <a:srgbClr val="2399D0"/>
                </a:solidFill>
                <a:latin typeface="Trebuchet MS"/>
                <a:cs typeface="Trebuchet MS"/>
              </a:rPr>
              <a:t>functioning</a:t>
            </a:r>
            <a:r>
              <a:rPr dirty="0" sz="3700" spc="-18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0">
                <a:solidFill>
                  <a:srgbClr val="2399D0"/>
                </a:solidFill>
                <a:latin typeface="Trebuchet MS"/>
                <a:cs typeface="Trebuchet MS"/>
              </a:rPr>
              <a:t>training.</a:t>
            </a:r>
            <a:endParaRPr sz="3700">
              <a:latin typeface="Trebuchet MS"/>
              <a:cs typeface="Trebuchet MS"/>
            </a:endParaRPr>
          </a:p>
          <a:p>
            <a:pPr marL="380365" marR="5080">
              <a:lnSpc>
                <a:spcPts val="3920"/>
              </a:lnSpc>
              <a:spcBef>
                <a:spcPts val="5"/>
              </a:spcBef>
            </a:pP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Modern</a:t>
            </a:r>
            <a:r>
              <a:rPr dirty="0" sz="3700" spc="-229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85">
                <a:solidFill>
                  <a:srgbClr val="2399D0"/>
                </a:solidFill>
                <a:latin typeface="Trebuchet MS"/>
                <a:cs typeface="Trebuchet MS"/>
              </a:rPr>
              <a:t>tools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and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AI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90">
                <a:solidFill>
                  <a:srgbClr val="2399D0"/>
                </a:solidFill>
                <a:latin typeface="Trebuchet MS"/>
                <a:cs typeface="Trebuchet MS"/>
              </a:rPr>
              <a:t>let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us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0">
                <a:solidFill>
                  <a:srgbClr val="2399D0"/>
                </a:solidFill>
                <a:latin typeface="Trebuchet MS"/>
                <a:cs typeface="Trebuchet MS"/>
              </a:rPr>
              <a:t>enhance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and</a:t>
            </a:r>
            <a:r>
              <a:rPr dirty="0" sz="3700" spc="-17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scale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70">
                <a:solidFill>
                  <a:srgbClr val="2399D0"/>
                </a:solidFill>
                <a:latin typeface="Trebuchet MS"/>
                <a:cs typeface="Trebuchet MS"/>
              </a:rPr>
              <a:t>these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70">
                <a:solidFill>
                  <a:srgbClr val="2399D0"/>
                </a:solidFill>
                <a:latin typeface="Trebuchet MS"/>
                <a:cs typeface="Trebuchet MS"/>
              </a:rPr>
              <a:t>resources</a:t>
            </a:r>
            <a:r>
              <a:rPr dirty="0" sz="3700" spc="-17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0">
                <a:solidFill>
                  <a:srgbClr val="2399D0"/>
                </a:solidFill>
                <a:latin typeface="Trebuchet MS"/>
                <a:cs typeface="Trebuchet MS"/>
              </a:rPr>
              <a:t>cost-</a:t>
            </a:r>
            <a:r>
              <a:rPr dirty="0" sz="3700" spc="-100">
                <a:solidFill>
                  <a:srgbClr val="2399D0"/>
                </a:solidFill>
                <a:latin typeface="Trebuchet MS"/>
                <a:cs typeface="Trebuchet MS"/>
              </a:rPr>
              <a:t>effectively.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Advanced</a:t>
            </a:r>
            <a:r>
              <a:rPr dirty="0" sz="3700" spc="-12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70">
                <a:solidFill>
                  <a:srgbClr val="2399D0"/>
                </a:solidFill>
                <a:latin typeface="Trebuchet MS"/>
                <a:cs typeface="Trebuchet MS"/>
              </a:rPr>
              <a:t>manufacturing's</a:t>
            </a:r>
            <a:r>
              <a:rPr dirty="0" sz="3700" spc="-12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scale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and</a:t>
            </a:r>
            <a:r>
              <a:rPr dirty="0" sz="3700" spc="-12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75">
                <a:solidFill>
                  <a:srgbClr val="2399D0"/>
                </a:solidFill>
                <a:latin typeface="Trebuchet MS"/>
                <a:cs typeface="Trebuchet MS"/>
              </a:rPr>
              <a:t>turnover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05">
                <a:solidFill>
                  <a:srgbClr val="2399D0"/>
                </a:solidFill>
                <a:latin typeface="Trebuchet MS"/>
                <a:cs typeface="Trebuchet MS"/>
              </a:rPr>
              <a:t>make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235">
                <a:solidFill>
                  <a:srgbClr val="2399D0"/>
                </a:solidFill>
                <a:latin typeface="Trebuchet MS"/>
                <a:cs typeface="Trebuchet MS"/>
              </a:rPr>
              <a:t>it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20">
                <a:solidFill>
                  <a:srgbClr val="2399D0"/>
                </a:solidFill>
                <a:latin typeface="Trebuchet MS"/>
                <a:cs typeface="Trebuchet MS"/>
              </a:rPr>
              <a:t>the </a:t>
            </a:r>
            <a:r>
              <a:rPr dirty="0" sz="3700" spc="-55">
                <a:solidFill>
                  <a:srgbClr val="2399D0"/>
                </a:solidFill>
                <a:latin typeface="Trebuchet MS"/>
                <a:cs typeface="Trebuchet MS"/>
              </a:rPr>
              <a:t>highest-</a:t>
            </a:r>
            <a:r>
              <a:rPr dirty="0" sz="3700" spc="-10">
                <a:solidFill>
                  <a:srgbClr val="2399D0"/>
                </a:solidFill>
                <a:latin typeface="Trebuchet MS"/>
                <a:cs typeface="Trebuchet MS"/>
              </a:rPr>
              <a:t>leverage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place</a:t>
            </a:r>
            <a:r>
              <a:rPr dirty="0" sz="3700" spc="-18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55">
                <a:solidFill>
                  <a:srgbClr val="2399D0"/>
                </a:solidFill>
                <a:latin typeface="Trebuchet MS"/>
                <a:cs typeface="Trebuchet MS"/>
              </a:rPr>
              <a:t>to</a:t>
            </a:r>
            <a:r>
              <a:rPr dirty="0" sz="3700" spc="-14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85">
                <a:solidFill>
                  <a:srgbClr val="2399D0"/>
                </a:solidFill>
                <a:latin typeface="Trebuchet MS"/>
                <a:cs typeface="Trebuchet MS"/>
              </a:rPr>
              <a:t>prove</a:t>
            </a:r>
            <a:r>
              <a:rPr dirty="0" sz="3700" spc="-14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20">
                <a:solidFill>
                  <a:srgbClr val="2399D0"/>
                </a:solidFill>
                <a:latin typeface="Trebuchet MS"/>
                <a:cs typeface="Trebuchet MS"/>
              </a:rPr>
              <a:t>the</a:t>
            </a:r>
            <a:r>
              <a:rPr dirty="0" sz="3700" spc="-14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150">
                <a:solidFill>
                  <a:srgbClr val="2399D0"/>
                </a:solidFill>
                <a:latin typeface="Trebuchet MS"/>
                <a:cs typeface="Trebuchet MS"/>
              </a:rPr>
              <a:t>model.</a:t>
            </a:r>
            <a:r>
              <a:rPr dirty="0" sz="3700" spc="-13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45">
                <a:solidFill>
                  <a:srgbClr val="2399D0"/>
                </a:solidFill>
                <a:latin typeface="Trebuchet MS"/>
                <a:cs typeface="Trebuchet MS"/>
              </a:rPr>
              <a:t>Success</a:t>
            </a:r>
            <a:r>
              <a:rPr dirty="0" sz="3700" spc="-14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225">
                <a:solidFill>
                  <a:srgbClr val="2399D0"/>
                </a:solidFill>
                <a:latin typeface="Trebuchet MS"/>
                <a:cs typeface="Trebuchet MS"/>
              </a:rPr>
              <a:t>will</a:t>
            </a:r>
            <a:r>
              <a:rPr dirty="0" sz="3700" spc="-114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be</a:t>
            </a:r>
            <a:r>
              <a:rPr dirty="0" sz="3700" spc="-14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65">
                <a:solidFill>
                  <a:srgbClr val="2399D0"/>
                </a:solidFill>
                <a:latin typeface="Trebuchet MS"/>
                <a:cs typeface="Trebuchet MS"/>
              </a:rPr>
              <a:t>measured</a:t>
            </a:r>
            <a:r>
              <a:rPr dirty="0" sz="3700" spc="-14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>
                <a:solidFill>
                  <a:srgbClr val="2399D0"/>
                </a:solidFill>
                <a:latin typeface="Trebuchet MS"/>
                <a:cs typeface="Trebuchet MS"/>
              </a:rPr>
              <a:t>on</a:t>
            </a:r>
            <a:r>
              <a:rPr dirty="0" sz="3700" spc="-140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95">
                <a:solidFill>
                  <a:srgbClr val="2399D0"/>
                </a:solidFill>
                <a:latin typeface="Trebuchet MS"/>
                <a:cs typeface="Trebuchet MS"/>
              </a:rPr>
              <a:t>employee</a:t>
            </a:r>
            <a:r>
              <a:rPr dirty="0" sz="3700" spc="-145">
                <a:solidFill>
                  <a:srgbClr val="2399D0"/>
                </a:solidFill>
                <a:latin typeface="Trebuchet MS"/>
                <a:cs typeface="Trebuchet MS"/>
              </a:rPr>
              <a:t> </a:t>
            </a:r>
            <a:r>
              <a:rPr dirty="0" sz="3700" spc="-30">
                <a:solidFill>
                  <a:srgbClr val="2399D0"/>
                </a:solidFill>
                <a:latin typeface="Trebuchet MS"/>
                <a:cs typeface="Trebuchet MS"/>
              </a:rPr>
              <a:t>retention.</a:t>
            </a:r>
            <a:endParaRPr sz="3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55"/>
              </a:spcBef>
            </a:pP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Source:</a:t>
            </a:r>
            <a:r>
              <a:rPr dirty="0" sz="1100" spc="-1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Empower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UC,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2026;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TNECD;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20" i="1">
                <a:solidFill>
                  <a:srgbClr val="151D56"/>
                </a:solidFill>
                <a:latin typeface="Trebuchet MS"/>
                <a:cs typeface="Trebuchet MS"/>
              </a:rPr>
              <a:t>NAM,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55" i="1">
                <a:solidFill>
                  <a:srgbClr val="151D56"/>
                </a:solidFill>
                <a:latin typeface="Trebuchet MS"/>
                <a:cs typeface="Trebuchet MS"/>
              </a:rPr>
              <a:t>2024;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30" i="1">
                <a:solidFill>
                  <a:srgbClr val="151D56"/>
                </a:solidFill>
                <a:latin typeface="Trebuchet MS"/>
                <a:cs typeface="Trebuchet MS"/>
              </a:rPr>
              <a:t>Deloitte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i="1">
                <a:solidFill>
                  <a:srgbClr val="151D56"/>
                </a:solidFill>
                <a:latin typeface="Trebuchet MS"/>
                <a:cs typeface="Trebuchet MS"/>
              </a:rPr>
              <a:t>&amp;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50" i="1">
                <a:solidFill>
                  <a:srgbClr val="151D56"/>
                </a:solidFill>
                <a:latin typeface="Trebuchet MS"/>
                <a:cs typeface="Trebuchet MS"/>
              </a:rPr>
              <a:t>The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10" i="1">
                <a:solidFill>
                  <a:srgbClr val="151D56"/>
                </a:solidFill>
                <a:latin typeface="Trebuchet MS"/>
                <a:cs typeface="Trebuchet MS"/>
              </a:rPr>
              <a:t>Manufacturing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70" i="1">
                <a:solidFill>
                  <a:srgbClr val="151D56"/>
                </a:solidFill>
                <a:latin typeface="Trebuchet MS"/>
                <a:cs typeface="Trebuchet MS"/>
              </a:rPr>
              <a:t>Institute,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55" i="1">
                <a:solidFill>
                  <a:srgbClr val="151D56"/>
                </a:solidFill>
                <a:latin typeface="Trebuchet MS"/>
                <a:cs typeface="Trebuchet MS"/>
              </a:rPr>
              <a:t>2024;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20" i="1">
                <a:solidFill>
                  <a:srgbClr val="151D56"/>
                </a:solidFill>
                <a:latin typeface="Trebuchet MS"/>
                <a:cs typeface="Trebuchet MS"/>
              </a:rPr>
              <a:t>NAM,</a:t>
            </a:r>
            <a:r>
              <a:rPr dirty="0" sz="1100" spc="-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1100" spc="-10" i="1">
                <a:solidFill>
                  <a:srgbClr val="151D56"/>
                </a:solidFill>
                <a:latin typeface="Trebuchet MS"/>
                <a:cs typeface="Trebuchet MS"/>
              </a:rPr>
              <a:t>2025.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2381" y="2491282"/>
            <a:ext cx="963930" cy="1029969"/>
          </a:xfrm>
          <a:custGeom>
            <a:avLst/>
            <a:gdLst/>
            <a:ahLst/>
            <a:cxnLst/>
            <a:rect l="l" t="t" r="r" b="b"/>
            <a:pathLst>
              <a:path w="963930" h="1029970">
                <a:moveTo>
                  <a:pt x="963663" y="481825"/>
                </a:moveTo>
                <a:lnTo>
                  <a:pt x="961174" y="432549"/>
                </a:lnTo>
                <a:lnTo>
                  <a:pt x="953884" y="384695"/>
                </a:lnTo>
                <a:lnTo>
                  <a:pt x="942009" y="338505"/>
                </a:lnTo>
                <a:lnTo>
                  <a:pt x="925817" y="294233"/>
                </a:lnTo>
                <a:lnTo>
                  <a:pt x="905535" y="252107"/>
                </a:lnTo>
                <a:lnTo>
                  <a:pt x="881405" y="212382"/>
                </a:lnTo>
                <a:lnTo>
                  <a:pt x="853668" y="175298"/>
                </a:lnTo>
                <a:lnTo>
                  <a:pt x="822579" y="141084"/>
                </a:lnTo>
                <a:lnTo>
                  <a:pt x="788365" y="109994"/>
                </a:lnTo>
                <a:lnTo>
                  <a:pt x="751281" y="82257"/>
                </a:lnTo>
                <a:lnTo>
                  <a:pt x="711555" y="58127"/>
                </a:lnTo>
                <a:lnTo>
                  <a:pt x="669429" y="37846"/>
                </a:lnTo>
                <a:lnTo>
                  <a:pt x="625157" y="21653"/>
                </a:lnTo>
                <a:lnTo>
                  <a:pt x="578967" y="9779"/>
                </a:lnTo>
                <a:lnTo>
                  <a:pt x="531114" y="2489"/>
                </a:lnTo>
                <a:lnTo>
                  <a:pt x="481838" y="0"/>
                </a:lnTo>
                <a:lnTo>
                  <a:pt x="432549" y="2489"/>
                </a:lnTo>
                <a:lnTo>
                  <a:pt x="384695" y="9779"/>
                </a:lnTo>
                <a:lnTo>
                  <a:pt x="338518" y="21653"/>
                </a:lnTo>
                <a:lnTo>
                  <a:pt x="294246" y="37846"/>
                </a:lnTo>
                <a:lnTo>
                  <a:pt x="252120" y="58127"/>
                </a:lnTo>
                <a:lnTo>
                  <a:pt x="212394" y="82257"/>
                </a:lnTo>
                <a:lnTo>
                  <a:pt x="175298" y="109994"/>
                </a:lnTo>
                <a:lnTo>
                  <a:pt x="141084" y="141084"/>
                </a:lnTo>
                <a:lnTo>
                  <a:pt x="109994" y="175298"/>
                </a:lnTo>
                <a:lnTo>
                  <a:pt x="82270" y="212382"/>
                </a:lnTo>
                <a:lnTo>
                  <a:pt x="58140" y="252107"/>
                </a:lnTo>
                <a:lnTo>
                  <a:pt x="37858" y="294233"/>
                </a:lnTo>
                <a:lnTo>
                  <a:pt x="21653" y="338505"/>
                </a:lnTo>
                <a:lnTo>
                  <a:pt x="9791" y="384695"/>
                </a:lnTo>
                <a:lnTo>
                  <a:pt x="2489" y="432549"/>
                </a:lnTo>
                <a:lnTo>
                  <a:pt x="0" y="481825"/>
                </a:lnTo>
                <a:lnTo>
                  <a:pt x="2489" y="531114"/>
                </a:lnTo>
                <a:lnTo>
                  <a:pt x="9791" y="578967"/>
                </a:lnTo>
                <a:lnTo>
                  <a:pt x="21653" y="625144"/>
                </a:lnTo>
                <a:lnTo>
                  <a:pt x="37858" y="669417"/>
                </a:lnTo>
                <a:lnTo>
                  <a:pt x="58140" y="711542"/>
                </a:lnTo>
                <a:lnTo>
                  <a:pt x="82270" y="751268"/>
                </a:lnTo>
                <a:lnTo>
                  <a:pt x="109994" y="788365"/>
                </a:lnTo>
                <a:lnTo>
                  <a:pt x="141084" y="822579"/>
                </a:lnTo>
                <a:lnTo>
                  <a:pt x="175298" y="853668"/>
                </a:lnTo>
                <a:lnTo>
                  <a:pt x="212394" y="881392"/>
                </a:lnTo>
                <a:lnTo>
                  <a:pt x="252120" y="905522"/>
                </a:lnTo>
                <a:lnTo>
                  <a:pt x="294246" y="925804"/>
                </a:lnTo>
                <a:lnTo>
                  <a:pt x="338518" y="942009"/>
                </a:lnTo>
                <a:lnTo>
                  <a:pt x="384695" y="953871"/>
                </a:lnTo>
                <a:lnTo>
                  <a:pt x="432549" y="961174"/>
                </a:lnTo>
                <a:lnTo>
                  <a:pt x="458038" y="962469"/>
                </a:lnTo>
                <a:lnTo>
                  <a:pt x="458038" y="1029906"/>
                </a:lnTo>
                <a:lnTo>
                  <a:pt x="505663" y="1029906"/>
                </a:lnTo>
                <a:lnTo>
                  <a:pt x="505663" y="962469"/>
                </a:lnTo>
                <a:lnTo>
                  <a:pt x="531114" y="961174"/>
                </a:lnTo>
                <a:lnTo>
                  <a:pt x="578967" y="953871"/>
                </a:lnTo>
                <a:lnTo>
                  <a:pt x="625157" y="942009"/>
                </a:lnTo>
                <a:lnTo>
                  <a:pt x="669429" y="925804"/>
                </a:lnTo>
                <a:lnTo>
                  <a:pt x="711555" y="905522"/>
                </a:lnTo>
                <a:lnTo>
                  <a:pt x="751281" y="881392"/>
                </a:lnTo>
                <a:lnTo>
                  <a:pt x="788365" y="853668"/>
                </a:lnTo>
                <a:lnTo>
                  <a:pt x="822579" y="822579"/>
                </a:lnTo>
                <a:lnTo>
                  <a:pt x="853668" y="788365"/>
                </a:lnTo>
                <a:lnTo>
                  <a:pt x="881405" y="751268"/>
                </a:lnTo>
                <a:lnTo>
                  <a:pt x="905535" y="711542"/>
                </a:lnTo>
                <a:lnTo>
                  <a:pt x="925817" y="669417"/>
                </a:lnTo>
                <a:lnTo>
                  <a:pt x="942009" y="625144"/>
                </a:lnTo>
                <a:lnTo>
                  <a:pt x="953884" y="578967"/>
                </a:lnTo>
                <a:lnTo>
                  <a:pt x="961174" y="531114"/>
                </a:lnTo>
                <a:lnTo>
                  <a:pt x="963663" y="4818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90"/>
              <a:t>90-</a:t>
            </a:r>
            <a:r>
              <a:rPr dirty="0" spc="75"/>
              <a:t>Day</a:t>
            </a:r>
            <a:r>
              <a:rPr dirty="0" spc="-480"/>
              <a:t> </a:t>
            </a:r>
            <a:r>
              <a:rPr dirty="0" spc="-275"/>
              <a:t>Next</a:t>
            </a:r>
            <a:r>
              <a:rPr dirty="0" spc="-475"/>
              <a:t> </a:t>
            </a:r>
            <a:r>
              <a:rPr dirty="0" spc="200"/>
              <a:t>Step</a:t>
            </a:r>
          </a:p>
        </p:txBody>
      </p:sp>
      <p:sp>
        <p:nvSpPr>
          <p:cNvPr id="4" name="object 4"/>
          <p:cNvSpPr/>
          <p:nvPr/>
        </p:nvSpPr>
        <p:spPr>
          <a:xfrm>
            <a:off x="2240425" y="10236306"/>
            <a:ext cx="47625" cy="50800"/>
          </a:xfrm>
          <a:custGeom>
            <a:avLst/>
            <a:gdLst/>
            <a:ahLst/>
            <a:cxnLst/>
            <a:rect l="l" t="t" r="r" b="b"/>
            <a:pathLst>
              <a:path w="47625" h="50800">
                <a:moveTo>
                  <a:pt x="47624" y="0"/>
                </a:moveTo>
                <a:lnTo>
                  <a:pt x="47624" y="50693"/>
                </a:lnTo>
                <a:lnTo>
                  <a:pt x="0" y="50693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40425" y="100458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40425" y="98553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40425" y="96648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240425" y="94743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240425" y="81408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40425" y="79503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40425" y="66168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240425" y="50928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240425" y="37593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240425" y="3568806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82381" y="5283313"/>
            <a:ext cx="963930" cy="1285875"/>
          </a:xfrm>
          <a:custGeom>
            <a:avLst/>
            <a:gdLst/>
            <a:ahLst/>
            <a:cxnLst/>
            <a:rect l="l" t="t" r="r" b="b"/>
            <a:pathLst>
              <a:path w="963930" h="1285875">
                <a:moveTo>
                  <a:pt x="505663" y="1143000"/>
                </a:moveTo>
                <a:lnTo>
                  <a:pt x="458038" y="1143000"/>
                </a:lnTo>
                <a:lnTo>
                  <a:pt x="458038" y="1285875"/>
                </a:lnTo>
                <a:lnTo>
                  <a:pt x="505663" y="1285875"/>
                </a:lnTo>
                <a:lnTo>
                  <a:pt x="505663" y="1143000"/>
                </a:lnTo>
                <a:close/>
              </a:path>
              <a:path w="963930" h="1285875">
                <a:moveTo>
                  <a:pt x="505663" y="0"/>
                </a:moveTo>
                <a:lnTo>
                  <a:pt x="458038" y="0"/>
                </a:lnTo>
                <a:lnTo>
                  <a:pt x="458038" y="142875"/>
                </a:lnTo>
                <a:lnTo>
                  <a:pt x="505663" y="142875"/>
                </a:lnTo>
                <a:lnTo>
                  <a:pt x="505663" y="0"/>
                </a:lnTo>
                <a:close/>
              </a:path>
              <a:path w="963930" h="1285875">
                <a:moveTo>
                  <a:pt x="963663" y="629272"/>
                </a:moveTo>
                <a:lnTo>
                  <a:pt x="961174" y="579996"/>
                </a:lnTo>
                <a:lnTo>
                  <a:pt x="953884" y="532142"/>
                </a:lnTo>
                <a:lnTo>
                  <a:pt x="942009" y="485952"/>
                </a:lnTo>
                <a:lnTo>
                  <a:pt x="925817" y="441680"/>
                </a:lnTo>
                <a:lnTo>
                  <a:pt x="905535" y="399554"/>
                </a:lnTo>
                <a:lnTo>
                  <a:pt x="881405" y="359829"/>
                </a:lnTo>
                <a:lnTo>
                  <a:pt x="853668" y="322745"/>
                </a:lnTo>
                <a:lnTo>
                  <a:pt x="822579" y="288531"/>
                </a:lnTo>
                <a:lnTo>
                  <a:pt x="788365" y="257441"/>
                </a:lnTo>
                <a:lnTo>
                  <a:pt x="751281" y="229704"/>
                </a:lnTo>
                <a:lnTo>
                  <a:pt x="711555" y="205574"/>
                </a:lnTo>
                <a:lnTo>
                  <a:pt x="669429" y="185293"/>
                </a:lnTo>
                <a:lnTo>
                  <a:pt x="625157" y="169100"/>
                </a:lnTo>
                <a:lnTo>
                  <a:pt x="578967" y="157226"/>
                </a:lnTo>
                <a:lnTo>
                  <a:pt x="531114" y="149936"/>
                </a:lnTo>
                <a:lnTo>
                  <a:pt x="481838" y="147447"/>
                </a:lnTo>
                <a:lnTo>
                  <a:pt x="432549" y="149936"/>
                </a:lnTo>
                <a:lnTo>
                  <a:pt x="384695" y="157226"/>
                </a:lnTo>
                <a:lnTo>
                  <a:pt x="338518" y="169100"/>
                </a:lnTo>
                <a:lnTo>
                  <a:pt x="294246" y="185293"/>
                </a:lnTo>
                <a:lnTo>
                  <a:pt x="252120" y="205574"/>
                </a:lnTo>
                <a:lnTo>
                  <a:pt x="212394" y="229704"/>
                </a:lnTo>
                <a:lnTo>
                  <a:pt x="175298" y="257441"/>
                </a:lnTo>
                <a:lnTo>
                  <a:pt x="141084" y="288531"/>
                </a:lnTo>
                <a:lnTo>
                  <a:pt x="109994" y="322745"/>
                </a:lnTo>
                <a:lnTo>
                  <a:pt x="82270" y="359829"/>
                </a:lnTo>
                <a:lnTo>
                  <a:pt x="58140" y="399554"/>
                </a:lnTo>
                <a:lnTo>
                  <a:pt x="37858" y="441680"/>
                </a:lnTo>
                <a:lnTo>
                  <a:pt x="21653" y="485952"/>
                </a:lnTo>
                <a:lnTo>
                  <a:pt x="9791" y="532142"/>
                </a:lnTo>
                <a:lnTo>
                  <a:pt x="2489" y="579996"/>
                </a:lnTo>
                <a:lnTo>
                  <a:pt x="0" y="629272"/>
                </a:lnTo>
                <a:lnTo>
                  <a:pt x="2489" y="678561"/>
                </a:lnTo>
                <a:lnTo>
                  <a:pt x="9791" y="726414"/>
                </a:lnTo>
                <a:lnTo>
                  <a:pt x="21653" y="772591"/>
                </a:lnTo>
                <a:lnTo>
                  <a:pt x="37858" y="816864"/>
                </a:lnTo>
                <a:lnTo>
                  <a:pt x="58140" y="858989"/>
                </a:lnTo>
                <a:lnTo>
                  <a:pt x="82270" y="898715"/>
                </a:lnTo>
                <a:lnTo>
                  <a:pt x="109994" y="935812"/>
                </a:lnTo>
                <a:lnTo>
                  <a:pt x="141084" y="970026"/>
                </a:lnTo>
                <a:lnTo>
                  <a:pt x="175298" y="1001115"/>
                </a:lnTo>
                <a:lnTo>
                  <a:pt x="212394" y="1028839"/>
                </a:lnTo>
                <a:lnTo>
                  <a:pt x="252120" y="1052969"/>
                </a:lnTo>
                <a:lnTo>
                  <a:pt x="294246" y="1073251"/>
                </a:lnTo>
                <a:lnTo>
                  <a:pt x="338518" y="1089456"/>
                </a:lnTo>
                <a:lnTo>
                  <a:pt x="384695" y="1101318"/>
                </a:lnTo>
                <a:lnTo>
                  <a:pt x="432549" y="1108621"/>
                </a:lnTo>
                <a:lnTo>
                  <a:pt x="481838" y="1111110"/>
                </a:lnTo>
                <a:lnTo>
                  <a:pt x="531114" y="1108621"/>
                </a:lnTo>
                <a:lnTo>
                  <a:pt x="578967" y="1101318"/>
                </a:lnTo>
                <a:lnTo>
                  <a:pt x="625157" y="1089456"/>
                </a:lnTo>
                <a:lnTo>
                  <a:pt x="669429" y="1073251"/>
                </a:lnTo>
                <a:lnTo>
                  <a:pt x="711555" y="1052969"/>
                </a:lnTo>
                <a:lnTo>
                  <a:pt x="751281" y="1028839"/>
                </a:lnTo>
                <a:lnTo>
                  <a:pt x="788365" y="1001115"/>
                </a:lnTo>
                <a:lnTo>
                  <a:pt x="822579" y="970026"/>
                </a:lnTo>
                <a:lnTo>
                  <a:pt x="853668" y="935812"/>
                </a:lnTo>
                <a:lnTo>
                  <a:pt x="881405" y="898715"/>
                </a:lnTo>
                <a:lnTo>
                  <a:pt x="905535" y="858989"/>
                </a:lnTo>
                <a:lnTo>
                  <a:pt x="925817" y="816864"/>
                </a:lnTo>
                <a:lnTo>
                  <a:pt x="942009" y="772591"/>
                </a:lnTo>
                <a:lnTo>
                  <a:pt x="953884" y="726414"/>
                </a:lnTo>
                <a:lnTo>
                  <a:pt x="961174" y="678561"/>
                </a:lnTo>
                <a:lnTo>
                  <a:pt x="963663" y="6292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82381" y="3949813"/>
            <a:ext cx="963930" cy="1095375"/>
          </a:xfrm>
          <a:custGeom>
            <a:avLst/>
            <a:gdLst/>
            <a:ahLst/>
            <a:cxnLst/>
            <a:rect l="l" t="t" r="r" b="b"/>
            <a:pathLst>
              <a:path w="963930" h="1095375">
                <a:moveTo>
                  <a:pt x="963663" y="493039"/>
                </a:moveTo>
                <a:lnTo>
                  <a:pt x="961174" y="443750"/>
                </a:lnTo>
                <a:lnTo>
                  <a:pt x="953884" y="395897"/>
                </a:lnTo>
                <a:lnTo>
                  <a:pt x="942009" y="349719"/>
                </a:lnTo>
                <a:lnTo>
                  <a:pt x="925817" y="305447"/>
                </a:lnTo>
                <a:lnTo>
                  <a:pt x="905535" y="263321"/>
                </a:lnTo>
                <a:lnTo>
                  <a:pt x="881405" y="223596"/>
                </a:lnTo>
                <a:lnTo>
                  <a:pt x="853668" y="186499"/>
                </a:lnTo>
                <a:lnTo>
                  <a:pt x="822579" y="152285"/>
                </a:lnTo>
                <a:lnTo>
                  <a:pt x="788365" y="121196"/>
                </a:lnTo>
                <a:lnTo>
                  <a:pt x="751281" y="93472"/>
                </a:lnTo>
                <a:lnTo>
                  <a:pt x="711555" y="69342"/>
                </a:lnTo>
                <a:lnTo>
                  <a:pt x="669429" y="49060"/>
                </a:lnTo>
                <a:lnTo>
                  <a:pt x="625157" y="32854"/>
                </a:lnTo>
                <a:lnTo>
                  <a:pt x="578967" y="20993"/>
                </a:lnTo>
                <a:lnTo>
                  <a:pt x="531114" y="13690"/>
                </a:lnTo>
                <a:lnTo>
                  <a:pt x="505663" y="12407"/>
                </a:lnTo>
                <a:lnTo>
                  <a:pt x="505663" y="0"/>
                </a:lnTo>
                <a:lnTo>
                  <a:pt x="458038" y="0"/>
                </a:lnTo>
                <a:lnTo>
                  <a:pt x="458038" y="12407"/>
                </a:lnTo>
                <a:lnTo>
                  <a:pt x="432549" y="13690"/>
                </a:lnTo>
                <a:lnTo>
                  <a:pt x="384695" y="20993"/>
                </a:lnTo>
                <a:lnTo>
                  <a:pt x="338518" y="32854"/>
                </a:lnTo>
                <a:lnTo>
                  <a:pt x="294246" y="49060"/>
                </a:lnTo>
                <a:lnTo>
                  <a:pt x="252120" y="69342"/>
                </a:lnTo>
                <a:lnTo>
                  <a:pt x="212394" y="93472"/>
                </a:lnTo>
                <a:lnTo>
                  <a:pt x="175298" y="121196"/>
                </a:lnTo>
                <a:lnTo>
                  <a:pt x="141084" y="152285"/>
                </a:lnTo>
                <a:lnTo>
                  <a:pt x="109994" y="186499"/>
                </a:lnTo>
                <a:lnTo>
                  <a:pt x="82270" y="223596"/>
                </a:lnTo>
                <a:lnTo>
                  <a:pt x="58140" y="263321"/>
                </a:lnTo>
                <a:lnTo>
                  <a:pt x="37858" y="305447"/>
                </a:lnTo>
                <a:lnTo>
                  <a:pt x="21653" y="349719"/>
                </a:lnTo>
                <a:lnTo>
                  <a:pt x="9791" y="395897"/>
                </a:lnTo>
                <a:lnTo>
                  <a:pt x="2489" y="443750"/>
                </a:lnTo>
                <a:lnTo>
                  <a:pt x="0" y="493039"/>
                </a:lnTo>
                <a:lnTo>
                  <a:pt x="2489" y="542315"/>
                </a:lnTo>
                <a:lnTo>
                  <a:pt x="9791" y="590169"/>
                </a:lnTo>
                <a:lnTo>
                  <a:pt x="21653" y="636358"/>
                </a:lnTo>
                <a:lnTo>
                  <a:pt x="37858" y="680631"/>
                </a:lnTo>
                <a:lnTo>
                  <a:pt x="58140" y="722757"/>
                </a:lnTo>
                <a:lnTo>
                  <a:pt x="82270" y="762482"/>
                </a:lnTo>
                <a:lnTo>
                  <a:pt x="109994" y="799566"/>
                </a:lnTo>
                <a:lnTo>
                  <a:pt x="141084" y="833780"/>
                </a:lnTo>
                <a:lnTo>
                  <a:pt x="175298" y="864870"/>
                </a:lnTo>
                <a:lnTo>
                  <a:pt x="212394" y="892606"/>
                </a:lnTo>
                <a:lnTo>
                  <a:pt x="252120" y="916736"/>
                </a:lnTo>
                <a:lnTo>
                  <a:pt x="294246" y="937018"/>
                </a:lnTo>
                <a:lnTo>
                  <a:pt x="338518" y="953211"/>
                </a:lnTo>
                <a:lnTo>
                  <a:pt x="384695" y="965085"/>
                </a:lnTo>
                <a:lnTo>
                  <a:pt x="432549" y="972375"/>
                </a:lnTo>
                <a:lnTo>
                  <a:pt x="458038" y="973670"/>
                </a:lnTo>
                <a:lnTo>
                  <a:pt x="458038" y="1095375"/>
                </a:lnTo>
                <a:lnTo>
                  <a:pt x="505663" y="1095375"/>
                </a:lnTo>
                <a:lnTo>
                  <a:pt x="505663" y="973670"/>
                </a:lnTo>
                <a:lnTo>
                  <a:pt x="531114" y="972375"/>
                </a:lnTo>
                <a:lnTo>
                  <a:pt x="578967" y="965085"/>
                </a:lnTo>
                <a:lnTo>
                  <a:pt x="625157" y="953211"/>
                </a:lnTo>
                <a:lnTo>
                  <a:pt x="669429" y="937018"/>
                </a:lnTo>
                <a:lnTo>
                  <a:pt x="711555" y="916736"/>
                </a:lnTo>
                <a:lnTo>
                  <a:pt x="751281" y="892606"/>
                </a:lnTo>
                <a:lnTo>
                  <a:pt x="788365" y="864870"/>
                </a:lnTo>
                <a:lnTo>
                  <a:pt x="822579" y="833780"/>
                </a:lnTo>
                <a:lnTo>
                  <a:pt x="853668" y="799566"/>
                </a:lnTo>
                <a:lnTo>
                  <a:pt x="881405" y="762482"/>
                </a:lnTo>
                <a:lnTo>
                  <a:pt x="905535" y="722757"/>
                </a:lnTo>
                <a:lnTo>
                  <a:pt x="925817" y="680631"/>
                </a:lnTo>
                <a:lnTo>
                  <a:pt x="942009" y="636358"/>
                </a:lnTo>
                <a:lnTo>
                  <a:pt x="953884" y="590169"/>
                </a:lnTo>
                <a:lnTo>
                  <a:pt x="961174" y="542315"/>
                </a:lnTo>
                <a:lnTo>
                  <a:pt x="963663" y="493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82381" y="6807313"/>
            <a:ext cx="963930" cy="1095375"/>
          </a:xfrm>
          <a:custGeom>
            <a:avLst/>
            <a:gdLst/>
            <a:ahLst/>
            <a:cxnLst/>
            <a:rect l="l" t="t" r="r" b="b"/>
            <a:pathLst>
              <a:path w="963930" h="1095375">
                <a:moveTo>
                  <a:pt x="963663" y="575068"/>
                </a:moveTo>
                <a:lnTo>
                  <a:pt x="961174" y="525780"/>
                </a:lnTo>
                <a:lnTo>
                  <a:pt x="953884" y="477926"/>
                </a:lnTo>
                <a:lnTo>
                  <a:pt x="942009" y="431749"/>
                </a:lnTo>
                <a:lnTo>
                  <a:pt x="925817" y="387477"/>
                </a:lnTo>
                <a:lnTo>
                  <a:pt x="905535" y="345351"/>
                </a:lnTo>
                <a:lnTo>
                  <a:pt x="881405" y="305625"/>
                </a:lnTo>
                <a:lnTo>
                  <a:pt x="853668" y="268528"/>
                </a:lnTo>
                <a:lnTo>
                  <a:pt x="822579" y="234315"/>
                </a:lnTo>
                <a:lnTo>
                  <a:pt x="788365" y="203225"/>
                </a:lnTo>
                <a:lnTo>
                  <a:pt x="751281" y="175501"/>
                </a:lnTo>
                <a:lnTo>
                  <a:pt x="711555" y="151371"/>
                </a:lnTo>
                <a:lnTo>
                  <a:pt x="669429" y="131089"/>
                </a:lnTo>
                <a:lnTo>
                  <a:pt x="625157" y="114884"/>
                </a:lnTo>
                <a:lnTo>
                  <a:pt x="578967" y="103022"/>
                </a:lnTo>
                <a:lnTo>
                  <a:pt x="531114" y="95719"/>
                </a:lnTo>
                <a:lnTo>
                  <a:pt x="505663" y="94437"/>
                </a:lnTo>
                <a:lnTo>
                  <a:pt x="505663" y="0"/>
                </a:lnTo>
                <a:lnTo>
                  <a:pt x="458038" y="0"/>
                </a:lnTo>
                <a:lnTo>
                  <a:pt x="458038" y="94437"/>
                </a:lnTo>
                <a:lnTo>
                  <a:pt x="432549" y="95719"/>
                </a:lnTo>
                <a:lnTo>
                  <a:pt x="384695" y="103022"/>
                </a:lnTo>
                <a:lnTo>
                  <a:pt x="338518" y="114884"/>
                </a:lnTo>
                <a:lnTo>
                  <a:pt x="294246" y="131089"/>
                </a:lnTo>
                <a:lnTo>
                  <a:pt x="252120" y="151371"/>
                </a:lnTo>
                <a:lnTo>
                  <a:pt x="212394" y="175501"/>
                </a:lnTo>
                <a:lnTo>
                  <a:pt x="175298" y="203225"/>
                </a:lnTo>
                <a:lnTo>
                  <a:pt x="141084" y="234315"/>
                </a:lnTo>
                <a:lnTo>
                  <a:pt x="109994" y="268528"/>
                </a:lnTo>
                <a:lnTo>
                  <a:pt x="82270" y="305625"/>
                </a:lnTo>
                <a:lnTo>
                  <a:pt x="58140" y="345351"/>
                </a:lnTo>
                <a:lnTo>
                  <a:pt x="37858" y="387477"/>
                </a:lnTo>
                <a:lnTo>
                  <a:pt x="21653" y="431749"/>
                </a:lnTo>
                <a:lnTo>
                  <a:pt x="9791" y="477926"/>
                </a:lnTo>
                <a:lnTo>
                  <a:pt x="2489" y="525780"/>
                </a:lnTo>
                <a:lnTo>
                  <a:pt x="0" y="575068"/>
                </a:lnTo>
                <a:lnTo>
                  <a:pt x="2489" y="624344"/>
                </a:lnTo>
                <a:lnTo>
                  <a:pt x="9791" y="672198"/>
                </a:lnTo>
                <a:lnTo>
                  <a:pt x="21653" y="718388"/>
                </a:lnTo>
                <a:lnTo>
                  <a:pt x="37858" y="762660"/>
                </a:lnTo>
                <a:lnTo>
                  <a:pt x="58140" y="804786"/>
                </a:lnTo>
                <a:lnTo>
                  <a:pt x="82270" y="844511"/>
                </a:lnTo>
                <a:lnTo>
                  <a:pt x="109994" y="881595"/>
                </a:lnTo>
                <a:lnTo>
                  <a:pt x="141084" y="915809"/>
                </a:lnTo>
                <a:lnTo>
                  <a:pt x="175298" y="946899"/>
                </a:lnTo>
                <a:lnTo>
                  <a:pt x="212394" y="974636"/>
                </a:lnTo>
                <a:lnTo>
                  <a:pt x="252120" y="998766"/>
                </a:lnTo>
                <a:lnTo>
                  <a:pt x="294246" y="1019048"/>
                </a:lnTo>
                <a:lnTo>
                  <a:pt x="338518" y="1035240"/>
                </a:lnTo>
                <a:lnTo>
                  <a:pt x="384695" y="1047115"/>
                </a:lnTo>
                <a:lnTo>
                  <a:pt x="432549" y="1054404"/>
                </a:lnTo>
                <a:lnTo>
                  <a:pt x="458038" y="1055700"/>
                </a:lnTo>
                <a:lnTo>
                  <a:pt x="458038" y="1095375"/>
                </a:lnTo>
                <a:lnTo>
                  <a:pt x="505663" y="1095375"/>
                </a:lnTo>
                <a:lnTo>
                  <a:pt x="505663" y="1055700"/>
                </a:lnTo>
                <a:lnTo>
                  <a:pt x="531114" y="1054404"/>
                </a:lnTo>
                <a:lnTo>
                  <a:pt x="578967" y="1047115"/>
                </a:lnTo>
                <a:lnTo>
                  <a:pt x="625157" y="1035240"/>
                </a:lnTo>
                <a:lnTo>
                  <a:pt x="669429" y="1019048"/>
                </a:lnTo>
                <a:lnTo>
                  <a:pt x="711555" y="998766"/>
                </a:lnTo>
                <a:lnTo>
                  <a:pt x="751281" y="974636"/>
                </a:lnTo>
                <a:lnTo>
                  <a:pt x="788365" y="946899"/>
                </a:lnTo>
                <a:lnTo>
                  <a:pt x="822579" y="915809"/>
                </a:lnTo>
                <a:lnTo>
                  <a:pt x="853668" y="881595"/>
                </a:lnTo>
                <a:lnTo>
                  <a:pt x="881405" y="844511"/>
                </a:lnTo>
                <a:lnTo>
                  <a:pt x="905535" y="804786"/>
                </a:lnTo>
                <a:lnTo>
                  <a:pt x="925817" y="762660"/>
                </a:lnTo>
                <a:lnTo>
                  <a:pt x="942009" y="718388"/>
                </a:lnTo>
                <a:lnTo>
                  <a:pt x="953884" y="672198"/>
                </a:lnTo>
                <a:lnTo>
                  <a:pt x="961174" y="624344"/>
                </a:lnTo>
                <a:lnTo>
                  <a:pt x="963663" y="5750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82381" y="8331313"/>
            <a:ext cx="963930" cy="1095375"/>
          </a:xfrm>
          <a:custGeom>
            <a:avLst/>
            <a:gdLst/>
            <a:ahLst/>
            <a:cxnLst/>
            <a:rect l="l" t="t" r="r" b="b"/>
            <a:pathLst>
              <a:path w="963930" h="1095375">
                <a:moveTo>
                  <a:pt x="963663" y="520801"/>
                </a:moveTo>
                <a:lnTo>
                  <a:pt x="961174" y="471525"/>
                </a:lnTo>
                <a:lnTo>
                  <a:pt x="953884" y="423672"/>
                </a:lnTo>
                <a:lnTo>
                  <a:pt x="942009" y="377482"/>
                </a:lnTo>
                <a:lnTo>
                  <a:pt x="925817" y="333209"/>
                </a:lnTo>
                <a:lnTo>
                  <a:pt x="905535" y="291084"/>
                </a:lnTo>
                <a:lnTo>
                  <a:pt x="881405" y="251358"/>
                </a:lnTo>
                <a:lnTo>
                  <a:pt x="853668" y="214274"/>
                </a:lnTo>
                <a:lnTo>
                  <a:pt x="822579" y="180060"/>
                </a:lnTo>
                <a:lnTo>
                  <a:pt x="788365" y="148971"/>
                </a:lnTo>
                <a:lnTo>
                  <a:pt x="751281" y="121234"/>
                </a:lnTo>
                <a:lnTo>
                  <a:pt x="711555" y="97104"/>
                </a:lnTo>
                <a:lnTo>
                  <a:pt x="669429" y="76822"/>
                </a:lnTo>
                <a:lnTo>
                  <a:pt x="625157" y="60629"/>
                </a:lnTo>
                <a:lnTo>
                  <a:pt x="578967" y="48755"/>
                </a:lnTo>
                <a:lnTo>
                  <a:pt x="531114" y="41465"/>
                </a:lnTo>
                <a:lnTo>
                  <a:pt x="505663" y="40182"/>
                </a:lnTo>
                <a:lnTo>
                  <a:pt x="505663" y="0"/>
                </a:lnTo>
                <a:lnTo>
                  <a:pt x="458038" y="0"/>
                </a:lnTo>
                <a:lnTo>
                  <a:pt x="458038" y="40182"/>
                </a:lnTo>
                <a:lnTo>
                  <a:pt x="432549" y="41465"/>
                </a:lnTo>
                <a:lnTo>
                  <a:pt x="384695" y="48755"/>
                </a:lnTo>
                <a:lnTo>
                  <a:pt x="338518" y="60629"/>
                </a:lnTo>
                <a:lnTo>
                  <a:pt x="294246" y="76822"/>
                </a:lnTo>
                <a:lnTo>
                  <a:pt x="252120" y="97104"/>
                </a:lnTo>
                <a:lnTo>
                  <a:pt x="212394" y="121234"/>
                </a:lnTo>
                <a:lnTo>
                  <a:pt x="175298" y="148971"/>
                </a:lnTo>
                <a:lnTo>
                  <a:pt x="141084" y="180060"/>
                </a:lnTo>
                <a:lnTo>
                  <a:pt x="109994" y="214274"/>
                </a:lnTo>
                <a:lnTo>
                  <a:pt x="82270" y="251358"/>
                </a:lnTo>
                <a:lnTo>
                  <a:pt x="58140" y="291084"/>
                </a:lnTo>
                <a:lnTo>
                  <a:pt x="37858" y="333209"/>
                </a:lnTo>
                <a:lnTo>
                  <a:pt x="21653" y="377482"/>
                </a:lnTo>
                <a:lnTo>
                  <a:pt x="9791" y="423672"/>
                </a:lnTo>
                <a:lnTo>
                  <a:pt x="2489" y="471525"/>
                </a:lnTo>
                <a:lnTo>
                  <a:pt x="0" y="520801"/>
                </a:lnTo>
                <a:lnTo>
                  <a:pt x="2489" y="570090"/>
                </a:lnTo>
                <a:lnTo>
                  <a:pt x="9791" y="617943"/>
                </a:lnTo>
                <a:lnTo>
                  <a:pt x="21653" y="664121"/>
                </a:lnTo>
                <a:lnTo>
                  <a:pt x="37858" y="708393"/>
                </a:lnTo>
                <a:lnTo>
                  <a:pt x="58140" y="750519"/>
                </a:lnTo>
                <a:lnTo>
                  <a:pt x="82270" y="790244"/>
                </a:lnTo>
                <a:lnTo>
                  <a:pt x="109994" y="827341"/>
                </a:lnTo>
                <a:lnTo>
                  <a:pt x="141084" y="861555"/>
                </a:lnTo>
                <a:lnTo>
                  <a:pt x="175298" y="892644"/>
                </a:lnTo>
                <a:lnTo>
                  <a:pt x="212394" y="920369"/>
                </a:lnTo>
                <a:lnTo>
                  <a:pt x="252120" y="944499"/>
                </a:lnTo>
                <a:lnTo>
                  <a:pt x="294246" y="964780"/>
                </a:lnTo>
                <a:lnTo>
                  <a:pt x="338518" y="980986"/>
                </a:lnTo>
                <a:lnTo>
                  <a:pt x="384695" y="992847"/>
                </a:lnTo>
                <a:lnTo>
                  <a:pt x="432549" y="1000150"/>
                </a:lnTo>
                <a:lnTo>
                  <a:pt x="458038" y="1001445"/>
                </a:lnTo>
                <a:lnTo>
                  <a:pt x="458038" y="1095375"/>
                </a:lnTo>
                <a:lnTo>
                  <a:pt x="505663" y="1095375"/>
                </a:lnTo>
                <a:lnTo>
                  <a:pt x="505663" y="1001445"/>
                </a:lnTo>
                <a:lnTo>
                  <a:pt x="531114" y="1000150"/>
                </a:lnTo>
                <a:lnTo>
                  <a:pt x="578967" y="992847"/>
                </a:lnTo>
                <a:lnTo>
                  <a:pt x="625157" y="980986"/>
                </a:lnTo>
                <a:lnTo>
                  <a:pt x="669429" y="964780"/>
                </a:lnTo>
                <a:lnTo>
                  <a:pt x="711555" y="944499"/>
                </a:lnTo>
                <a:lnTo>
                  <a:pt x="751281" y="920369"/>
                </a:lnTo>
                <a:lnTo>
                  <a:pt x="788365" y="892644"/>
                </a:lnTo>
                <a:lnTo>
                  <a:pt x="822579" y="861555"/>
                </a:lnTo>
                <a:lnTo>
                  <a:pt x="853668" y="827341"/>
                </a:lnTo>
                <a:lnTo>
                  <a:pt x="881405" y="790244"/>
                </a:lnTo>
                <a:lnTo>
                  <a:pt x="905535" y="750519"/>
                </a:lnTo>
                <a:lnTo>
                  <a:pt x="925817" y="708393"/>
                </a:lnTo>
                <a:lnTo>
                  <a:pt x="942009" y="664121"/>
                </a:lnTo>
                <a:lnTo>
                  <a:pt x="953884" y="617943"/>
                </a:lnTo>
                <a:lnTo>
                  <a:pt x="961174" y="570090"/>
                </a:lnTo>
                <a:lnTo>
                  <a:pt x="963663" y="5208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248707" y="6997848"/>
            <a:ext cx="10041255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-50" b="1">
                <a:solidFill>
                  <a:srgbClr val="FFFFFF"/>
                </a:solidFill>
                <a:latin typeface="Trebuchet MS"/>
                <a:cs typeface="Trebuchet MS"/>
              </a:rPr>
              <a:t>Define</a:t>
            </a:r>
            <a:r>
              <a:rPr dirty="0" sz="44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b="1">
                <a:solidFill>
                  <a:srgbClr val="FFFFFF"/>
                </a:solidFill>
                <a:latin typeface="Trebuchet MS"/>
                <a:cs typeface="Trebuchet MS"/>
              </a:rPr>
              <a:t>impact</a:t>
            </a:r>
            <a:r>
              <a:rPr dirty="0" sz="44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b="1">
                <a:solidFill>
                  <a:srgbClr val="FFFFFF"/>
                </a:solidFill>
                <a:latin typeface="Trebuchet MS"/>
                <a:cs typeface="Trebuchet MS"/>
              </a:rPr>
              <a:t>metrics</a:t>
            </a:r>
            <a:r>
              <a:rPr dirty="0" sz="4400" spc="-17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110" b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4400" spc="-1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10" b="1">
                <a:solidFill>
                  <a:srgbClr val="FFFFFF"/>
                </a:solidFill>
                <a:latin typeface="Trebuchet MS"/>
                <a:cs typeface="Trebuchet MS"/>
              </a:rPr>
              <a:t>milestones.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248707" y="8473864"/>
            <a:ext cx="10212705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-20" b="1">
                <a:solidFill>
                  <a:srgbClr val="FFFFFF"/>
                </a:solidFill>
                <a:latin typeface="Trebuchet MS"/>
                <a:cs typeface="Trebuchet MS"/>
              </a:rPr>
              <a:t>Articulate</a:t>
            </a:r>
            <a:r>
              <a:rPr dirty="0" sz="4400" spc="-1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135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4400" spc="-1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100" b="1">
                <a:solidFill>
                  <a:srgbClr val="FFFFFF"/>
                </a:solidFill>
                <a:latin typeface="Trebuchet MS"/>
                <a:cs typeface="Trebuchet MS"/>
              </a:rPr>
              <a:t>renewed,</a:t>
            </a:r>
            <a:r>
              <a:rPr dirty="0" sz="4400" spc="-1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b="1">
                <a:solidFill>
                  <a:srgbClr val="FFFFFF"/>
                </a:solidFill>
                <a:latin typeface="Trebuchet MS"/>
                <a:cs typeface="Trebuchet MS"/>
              </a:rPr>
              <a:t>broader</a:t>
            </a:r>
            <a:r>
              <a:rPr dirty="0" sz="4400" spc="-1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10" b="1">
                <a:solidFill>
                  <a:srgbClr val="FFFFFF"/>
                </a:solidFill>
                <a:latin typeface="Trebuchet MS"/>
                <a:cs typeface="Trebuchet MS"/>
              </a:rPr>
              <a:t>vision.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47802" y="2584745"/>
            <a:ext cx="15068550" cy="38855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13180" algn="l"/>
              </a:tabLst>
            </a:pPr>
            <a:r>
              <a:rPr dirty="0" sz="4400" spc="40">
                <a:solidFill>
                  <a:srgbClr val="2399D0"/>
                </a:solidFill>
                <a:latin typeface="Trebuchet MS"/>
                <a:cs typeface="Trebuchet MS"/>
              </a:rPr>
              <a:t>30</a:t>
            </a:r>
            <a:r>
              <a:rPr dirty="0" sz="4400">
                <a:solidFill>
                  <a:srgbClr val="2399D0"/>
                </a:solidFill>
                <a:latin typeface="Trebuchet MS"/>
                <a:cs typeface="Trebuchet MS"/>
              </a:rPr>
              <a:t>	</a:t>
            </a:r>
            <a:r>
              <a:rPr dirty="0" sz="4400" b="1">
                <a:solidFill>
                  <a:srgbClr val="FFFFFF"/>
                </a:solidFill>
                <a:latin typeface="Trebuchet MS"/>
                <a:cs typeface="Trebuchet MS"/>
              </a:rPr>
              <a:t>Convene</a:t>
            </a:r>
            <a:r>
              <a:rPr dirty="0" sz="44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b="1">
                <a:solidFill>
                  <a:srgbClr val="FFFFFF"/>
                </a:solidFill>
                <a:latin typeface="Trebuchet MS"/>
                <a:cs typeface="Trebuchet MS"/>
              </a:rPr>
              <a:t>regional</a:t>
            </a:r>
            <a:r>
              <a:rPr dirty="0" sz="44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b="1">
                <a:solidFill>
                  <a:srgbClr val="FFFFFF"/>
                </a:solidFill>
                <a:latin typeface="Trebuchet MS"/>
                <a:cs typeface="Trebuchet MS"/>
              </a:rPr>
              <a:t>employers</a:t>
            </a:r>
            <a:r>
              <a:rPr dirty="0" sz="44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110" b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4400" spc="-13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10" b="1">
                <a:solidFill>
                  <a:srgbClr val="FFFFFF"/>
                </a:solidFill>
                <a:latin typeface="Trebuchet MS"/>
                <a:cs typeface="Trebuchet MS"/>
              </a:rPr>
              <a:t>partners.</a:t>
            </a:r>
            <a:endParaRPr sz="4400">
              <a:latin typeface="Trebuchet MS"/>
              <a:cs typeface="Trebuchet MS"/>
            </a:endParaRPr>
          </a:p>
          <a:p>
            <a:pPr marL="1313180" marR="5080">
              <a:lnSpc>
                <a:spcPts val="4350"/>
              </a:lnSpc>
              <a:spcBef>
                <a:spcPts val="5070"/>
              </a:spcBef>
            </a:pPr>
            <a:r>
              <a:rPr dirty="0" sz="4400" spc="-30" b="1">
                <a:solidFill>
                  <a:srgbClr val="FFFFFF"/>
                </a:solidFill>
                <a:latin typeface="Trebuchet MS"/>
                <a:cs typeface="Trebuchet MS"/>
              </a:rPr>
              <a:t>Reframe</a:t>
            </a:r>
            <a:r>
              <a:rPr dirty="0" sz="4400" spc="-2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110" b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440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50" b="1">
                <a:solidFill>
                  <a:srgbClr val="FFFFFF"/>
                </a:solidFill>
                <a:latin typeface="Trebuchet MS"/>
                <a:cs typeface="Trebuchet MS"/>
              </a:rPr>
              <a:t>expand</a:t>
            </a:r>
            <a:r>
              <a:rPr dirty="0" sz="440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40" b="1">
                <a:solidFill>
                  <a:srgbClr val="FFFFFF"/>
                </a:solidFill>
                <a:latin typeface="Trebuchet MS"/>
                <a:cs typeface="Trebuchet MS"/>
              </a:rPr>
              <a:t>Empower</a:t>
            </a:r>
            <a:r>
              <a:rPr dirty="0" sz="4400" spc="-23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229" b="1">
                <a:solidFill>
                  <a:srgbClr val="FFFFFF"/>
                </a:solidFill>
                <a:latin typeface="Trebuchet MS"/>
                <a:cs typeface="Trebuchet MS"/>
              </a:rPr>
              <a:t>UC</a:t>
            </a:r>
            <a:r>
              <a:rPr dirty="0" sz="440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110" b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4400" spc="-229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10" b="1">
                <a:solidFill>
                  <a:srgbClr val="FFFFFF"/>
                </a:solidFill>
                <a:latin typeface="Trebuchet MS"/>
                <a:cs typeface="Trebuchet MS"/>
              </a:rPr>
              <a:t>communicate </a:t>
            </a:r>
            <a:r>
              <a:rPr dirty="0" sz="4400" spc="-135" b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4400" spc="-220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35" b="1">
                <a:solidFill>
                  <a:srgbClr val="FFFFFF"/>
                </a:solidFill>
                <a:latin typeface="Trebuchet MS"/>
                <a:cs typeface="Trebuchet MS"/>
              </a:rPr>
              <a:t>new</a:t>
            </a:r>
            <a:r>
              <a:rPr dirty="0" sz="4400" spc="-254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10" b="1">
                <a:solidFill>
                  <a:srgbClr val="FFFFFF"/>
                </a:solidFill>
                <a:latin typeface="Trebuchet MS"/>
                <a:cs typeface="Trebuchet MS"/>
              </a:rPr>
              <a:t>positioning.</a:t>
            </a:r>
            <a:endParaRPr sz="4400">
              <a:latin typeface="Trebuchet MS"/>
              <a:cs typeface="Trebuchet MS"/>
            </a:endParaRPr>
          </a:p>
          <a:p>
            <a:pPr marL="1313180">
              <a:lnSpc>
                <a:spcPts val="4995"/>
              </a:lnSpc>
              <a:spcBef>
                <a:spcPts val="2160"/>
              </a:spcBef>
            </a:pPr>
            <a:r>
              <a:rPr dirty="0" sz="4400" spc="-50" b="1">
                <a:solidFill>
                  <a:srgbClr val="FFFFFF"/>
                </a:solidFill>
                <a:latin typeface="Trebuchet MS"/>
                <a:cs typeface="Trebuchet MS"/>
              </a:rPr>
              <a:t>Define</a:t>
            </a:r>
            <a:r>
              <a:rPr dirty="0" sz="4400" spc="-2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b="1">
                <a:solidFill>
                  <a:srgbClr val="FFFFFF"/>
                </a:solidFill>
                <a:latin typeface="Trebuchet MS"/>
                <a:cs typeface="Trebuchet MS"/>
              </a:rPr>
              <a:t>coordination</a:t>
            </a:r>
            <a:r>
              <a:rPr dirty="0" sz="4400" spc="-28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400" spc="-10" b="1">
                <a:solidFill>
                  <a:srgbClr val="FFFFFF"/>
                </a:solidFill>
                <a:latin typeface="Trebuchet MS"/>
                <a:cs typeface="Trebuchet MS"/>
              </a:rPr>
              <a:t>structure.</a:t>
            </a:r>
            <a:endParaRPr sz="4400">
              <a:latin typeface="Trebuchet MS"/>
              <a:cs typeface="Trebuchet MS"/>
            </a:endParaRPr>
          </a:p>
          <a:p>
            <a:pPr marL="1313180">
              <a:lnSpc>
                <a:spcPts val="4155"/>
              </a:lnSpc>
            </a:pPr>
            <a:r>
              <a:rPr dirty="0" sz="3700" i="1">
                <a:solidFill>
                  <a:srgbClr val="FFFFFF"/>
                </a:solidFill>
                <a:latin typeface="Trebuchet MS"/>
                <a:cs typeface="Trebuchet MS"/>
              </a:rPr>
              <a:t>UCDD/UCHRA,</a:t>
            </a:r>
            <a:r>
              <a:rPr dirty="0" sz="3700" spc="-6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3700" spc="-185" i="1">
                <a:solidFill>
                  <a:srgbClr val="FFFFFF"/>
                </a:solidFill>
                <a:latin typeface="Trebuchet MS"/>
                <a:cs typeface="Trebuchet MS"/>
              </a:rPr>
              <a:t>HEP,</a:t>
            </a:r>
            <a:r>
              <a:rPr dirty="0" sz="3700" spc="-65" i="1">
                <a:solidFill>
                  <a:srgbClr val="FFFFFF"/>
                </a:solidFill>
                <a:latin typeface="Trebuchet MS"/>
                <a:cs typeface="Trebuchet MS"/>
              </a:rPr>
              <a:t> Chambers, </a:t>
            </a:r>
            <a:r>
              <a:rPr dirty="0" sz="3700" spc="-20" i="1">
                <a:solidFill>
                  <a:srgbClr val="FFFFFF"/>
                </a:solidFill>
                <a:latin typeface="Trebuchet MS"/>
                <a:cs typeface="Trebuchet MS"/>
              </a:rPr>
              <a:t>etc.</a:t>
            </a:r>
            <a:endParaRPr sz="37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949959" y="4050234"/>
            <a:ext cx="628650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30">
                <a:solidFill>
                  <a:srgbClr val="2399D0"/>
                </a:solidFill>
                <a:latin typeface="Trebuchet MS"/>
                <a:cs typeface="Trebuchet MS"/>
              </a:rPr>
              <a:t>60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949959" y="5519998"/>
            <a:ext cx="628650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30">
                <a:solidFill>
                  <a:srgbClr val="2399D0"/>
                </a:solidFill>
                <a:latin typeface="Trebuchet MS"/>
                <a:cs typeface="Trebuchet MS"/>
              </a:rPr>
              <a:t>60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49959" y="6985778"/>
            <a:ext cx="628650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30">
                <a:solidFill>
                  <a:srgbClr val="2399D0"/>
                </a:solidFill>
                <a:latin typeface="Trebuchet MS"/>
                <a:cs typeface="Trebuchet MS"/>
              </a:rPr>
              <a:t>90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49959" y="8459562"/>
            <a:ext cx="628650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30">
                <a:solidFill>
                  <a:srgbClr val="2399D0"/>
                </a:solidFill>
                <a:latin typeface="Trebuchet MS"/>
                <a:cs typeface="Trebuchet MS"/>
              </a:rPr>
              <a:t>90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16000" y="1096663"/>
            <a:ext cx="11849100" cy="150685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1260"/>
              <a:t>12-</a:t>
            </a:r>
            <a:r>
              <a:rPr dirty="0" spc="80"/>
              <a:t>Month</a:t>
            </a:r>
            <a:r>
              <a:rPr dirty="0" spc="-500"/>
              <a:t> </a:t>
            </a:r>
            <a:r>
              <a:rPr dirty="0"/>
              <a:t>Action</a:t>
            </a:r>
            <a:r>
              <a:rPr dirty="0" spc="-495"/>
              <a:t> </a:t>
            </a:r>
            <a:r>
              <a:rPr dirty="0" spc="-20"/>
              <a:t>Plan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06406" y="3754187"/>
            <a:ext cx="5088255" cy="912494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640"/>
              </a:spcBef>
            </a:pPr>
            <a:r>
              <a:rPr dirty="0" sz="3100" spc="-70">
                <a:solidFill>
                  <a:srgbClr val="151D56"/>
                </a:solidFill>
                <a:latin typeface="Trebuchet MS"/>
                <a:cs typeface="Trebuchet MS"/>
              </a:rPr>
              <a:t>Launch</a:t>
            </a:r>
            <a:r>
              <a:rPr dirty="0" sz="3100" spc="-14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30">
                <a:solidFill>
                  <a:srgbClr val="151D56"/>
                </a:solidFill>
                <a:latin typeface="Trebuchet MS"/>
                <a:cs typeface="Trebuchet MS"/>
              </a:rPr>
              <a:t>regional</a:t>
            </a:r>
            <a:r>
              <a:rPr dirty="0" sz="3100" spc="-13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80">
                <a:solidFill>
                  <a:srgbClr val="151D56"/>
                </a:solidFill>
                <a:latin typeface="Trebuchet MS"/>
                <a:cs typeface="Trebuchet MS"/>
              </a:rPr>
              <a:t>employer-</a:t>
            </a:r>
            <a:r>
              <a:rPr dirty="0" sz="3100" spc="-25">
                <a:solidFill>
                  <a:srgbClr val="151D56"/>
                </a:solidFill>
                <a:latin typeface="Trebuchet MS"/>
                <a:cs typeface="Trebuchet MS"/>
              </a:rPr>
              <a:t>led </a:t>
            </a:r>
            <a:r>
              <a:rPr dirty="0" sz="3100" spc="-75">
                <a:solidFill>
                  <a:srgbClr val="151D56"/>
                </a:solidFill>
                <a:latin typeface="Trebuchet MS"/>
                <a:cs typeface="Trebuchet MS"/>
              </a:rPr>
              <a:t>workforce</a:t>
            </a:r>
            <a:r>
              <a:rPr dirty="0" sz="3100" spc="-15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51D56"/>
                </a:solidFill>
                <a:latin typeface="Trebuchet MS"/>
                <a:cs typeface="Trebuchet MS"/>
              </a:rPr>
              <a:t>council.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06406" y="5851475"/>
            <a:ext cx="4773930" cy="316865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 marR="5080">
              <a:lnSpc>
                <a:spcPts val="3229"/>
              </a:lnSpc>
              <a:spcBef>
                <a:spcPts val="640"/>
              </a:spcBef>
            </a:pPr>
            <a:r>
              <a:rPr dirty="0" sz="3100" spc="-120">
                <a:solidFill>
                  <a:srgbClr val="151D56"/>
                </a:solidFill>
                <a:latin typeface="Trebuchet MS"/>
                <a:cs typeface="Trebuchet MS"/>
              </a:rPr>
              <a:t>Identify</a:t>
            </a:r>
            <a:r>
              <a:rPr dirty="0" sz="3100" spc="-9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>
                <a:solidFill>
                  <a:srgbClr val="151D56"/>
                </a:solidFill>
                <a:latin typeface="Trebuchet MS"/>
                <a:cs typeface="Trebuchet MS"/>
              </a:rPr>
              <a:t>and</a:t>
            </a:r>
            <a:r>
              <a:rPr dirty="0" sz="3100" spc="-9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35">
                <a:solidFill>
                  <a:srgbClr val="151D56"/>
                </a:solidFill>
                <a:latin typeface="Trebuchet MS"/>
                <a:cs typeface="Trebuchet MS"/>
              </a:rPr>
              <a:t>secure</a:t>
            </a:r>
            <a:r>
              <a:rPr dirty="0" sz="3100" spc="-9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51D56"/>
                </a:solidFill>
                <a:latin typeface="Trebuchet MS"/>
                <a:cs typeface="Trebuchet MS"/>
              </a:rPr>
              <a:t>ongoing </a:t>
            </a:r>
            <a:r>
              <a:rPr dirty="0" sz="3100" spc="-35">
                <a:solidFill>
                  <a:srgbClr val="151D56"/>
                </a:solidFill>
                <a:latin typeface="Trebuchet MS"/>
                <a:cs typeface="Trebuchet MS"/>
              </a:rPr>
              <a:t>funding</a:t>
            </a:r>
            <a:r>
              <a:rPr dirty="0" sz="3100" spc="-20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51D56"/>
                </a:solidFill>
                <a:latin typeface="Trebuchet MS"/>
                <a:cs typeface="Trebuchet MS"/>
              </a:rPr>
              <a:t>sources.</a:t>
            </a: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3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80"/>
              </a:spcBef>
            </a:pPr>
            <a:endParaRPr sz="3100">
              <a:latin typeface="Trebuchet MS"/>
              <a:cs typeface="Trebuchet MS"/>
            </a:endParaRPr>
          </a:p>
          <a:p>
            <a:pPr algn="just" marL="12700" marR="847725">
              <a:lnSpc>
                <a:spcPts val="3229"/>
              </a:lnSpc>
            </a:pPr>
            <a:r>
              <a:rPr dirty="0" sz="3100">
                <a:solidFill>
                  <a:srgbClr val="151D56"/>
                </a:solidFill>
                <a:latin typeface="Trebuchet MS"/>
                <a:cs typeface="Trebuchet MS"/>
              </a:rPr>
              <a:t>Adapt</a:t>
            </a:r>
            <a:r>
              <a:rPr dirty="0" sz="3100" spc="-8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40">
                <a:solidFill>
                  <a:srgbClr val="151D56"/>
                </a:solidFill>
                <a:latin typeface="Trebuchet MS"/>
                <a:cs typeface="Trebuchet MS"/>
              </a:rPr>
              <a:t>Empower</a:t>
            </a:r>
            <a:r>
              <a:rPr dirty="0" sz="3100" spc="-75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51D56"/>
                </a:solidFill>
                <a:latin typeface="Trebuchet MS"/>
                <a:cs typeface="Trebuchet MS"/>
              </a:rPr>
              <a:t>Upper </a:t>
            </a:r>
            <a:r>
              <a:rPr dirty="0" sz="3100" spc="-20">
                <a:solidFill>
                  <a:srgbClr val="151D56"/>
                </a:solidFill>
                <a:latin typeface="Trebuchet MS"/>
                <a:cs typeface="Trebuchet MS"/>
              </a:rPr>
              <a:t>Cumberland</a:t>
            </a:r>
            <a:r>
              <a:rPr dirty="0" sz="3100" spc="-15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60">
                <a:solidFill>
                  <a:srgbClr val="151D56"/>
                </a:solidFill>
                <a:latin typeface="Trebuchet MS"/>
                <a:cs typeface="Trebuchet MS"/>
              </a:rPr>
              <a:t>model</a:t>
            </a:r>
            <a:r>
              <a:rPr dirty="0" sz="3100" spc="-15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25">
                <a:solidFill>
                  <a:srgbClr val="151D56"/>
                </a:solidFill>
                <a:latin typeface="Trebuchet MS"/>
                <a:cs typeface="Trebuchet MS"/>
              </a:rPr>
              <a:t>for </a:t>
            </a:r>
            <a:r>
              <a:rPr dirty="0" sz="3100" spc="-75">
                <a:solidFill>
                  <a:srgbClr val="151D56"/>
                </a:solidFill>
                <a:latin typeface="Trebuchet MS"/>
                <a:cs typeface="Trebuchet MS"/>
              </a:rPr>
              <a:t>workforce</a:t>
            </a:r>
            <a:r>
              <a:rPr dirty="0" sz="3100" spc="-150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100" spc="-10">
                <a:solidFill>
                  <a:srgbClr val="151D56"/>
                </a:solidFill>
                <a:latin typeface="Trebuchet MS"/>
                <a:cs typeface="Trebuchet MS"/>
              </a:rPr>
              <a:t>navigation.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81280" rIns="0" bIns="0" rtlCol="0" vert="horz">
            <a:spAutoFit/>
          </a:bodyPr>
          <a:lstStyle/>
          <a:p>
            <a:pPr marL="12700" marR="1108710">
              <a:lnSpc>
                <a:spcPts val="3229"/>
              </a:lnSpc>
              <a:spcBef>
                <a:spcPts val="640"/>
              </a:spcBef>
            </a:pPr>
            <a:r>
              <a:rPr dirty="0" spc="-130"/>
              <a:t>Pilot</a:t>
            </a:r>
            <a:r>
              <a:rPr dirty="0" spc="-45"/>
              <a:t> </a:t>
            </a:r>
            <a:r>
              <a:rPr dirty="0" spc="-80"/>
              <a:t>employer-</a:t>
            </a:r>
            <a:r>
              <a:rPr dirty="0" spc="-10"/>
              <a:t>connected </a:t>
            </a:r>
            <a:r>
              <a:rPr dirty="0" spc="-75"/>
              <a:t>workforce</a:t>
            </a:r>
            <a:r>
              <a:rPr dirty="0" spc="-150"/>
              <a:t> </a:t>
            </a:r>
            <a:r>
              <a:rPr dirty="0" spc="-10"/>
              <a:t>solutions.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2690"/>
              </a:spcBef>
            </a:pPr>
          </a:p>
          <a:p>
            <a:pPr marL="12700" marR="5080">
              <a:lnSpc>
                <a:spcPts val="3229"/>
              </a:lnSpc>
              <a:spcBef>
                <a:spcPts val="5"/>
              </a:spcBef>
            </a:pPr>
            <a:r>
              <a:rPr dirty="0" spc="-120"/>
              <a:t>Identify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/>
              <a:t>address</a:t>
            </a:r>
            <a:r>
              <a:rPr dirty="0" spc="-65"/>
              <a:t> </a:t>
            </a:r>
            <a:r>
              <a:rPr dirty="0" spc="-25"/>
              <a:t>top </a:t>
            </a:r>
            <a:r>
              <a:rPr dirty="0" spc="-75"/>
              <a:t>workforce</a:t>
            </a:r>
            <a:r>
              <a:rPr dirty="0" spc="-140"/>
              <a:t> </a:t>
            </a:r>
            <a:r>
              <a:rPr dirty="0" spc="-60"/>
              <a:t>participation</a:t>
            </a:r>
            <a:r>
              <a:rPr dirty="0" spc="-135"/>
              <a:t> </a:t>
            </a:r>
            <a:r>
              <a:rPr dirty="0" spc="-85"/>
              <a:t>barriers.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1040"/>
              </a:spcBef>
            </a:pPr>
          </a:p>
          <a:p>
            <a:pPr marL="42545" marR="1318895">
              <a:lnSpc>
                <a:spcPts val="3229"/>
              </a:lnSpc>
            </a:pPr>
            <a:r>
              <a:rPr dirty="0" spc="-20"/>
              <a:t>Develop</a:t>
            </a:r>
            <a:r>
              <a:rPr dirty="0" spc="-195"/>
              <a:t> </a:t>
            </a:r>
            <a:r>
              <a:rPr dirty="0" spc="-10"/>
              <a:t>shared</a:t>
            </a:r>
            <a:r>
              <a:rPr dirty="0" spc="-195"/>
              <a:t> </a:t>
            </a:r>
            <a:r>
              <a:rPr dirty="0" spc="-20"/>
              <a:t>regional </a:t>
            </a:r>
            <a:r>
              <a:rPr dirty="0"/>
              <a:t>dashboard</a:t>
            </a:r>
            <a:r>
              <a:rPr dirty="0" spc="-70"/>
              <a:t> for </a:t>
            </a:r>
            <a:r>
              <a:rPr dirty="0" spc="-10"/>
              <a:t>tracking progress.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2720" y="2564065"/>
            <a:ext cx="963930" cy="1029969"/>
          </a:xfrm>
          <a:custGeom>
            <a:avLst/>
            <a:gdLst/>
            <a:ahLst/>
            <a:cxnLst/>
            <a:rect l="l" t="t" r="r" b="b"/>
            <a:pathLst>
              <a:path w="963930" h="1029970">
                <a:moveTo>
                  <a:pt x="963663" y="481825"/>
                </a:moveTo>
                <a:lnTo>
                  <a:pt x="961174" y="432549"/>
                </a:lnTo>
                <a:lnTo>
                  <a:pt x="953871" y="384695"/>
                </a:lnTo>
                <a:lnTo>
                  <a:pt x="942009" y="338505"/>
                </a:lnTo>
                <a:lnTo>
                  <a:pt x="925804" y="294233"/>
                </a:lnTo>
                <a:lnTo>
                  <a:pt x="905522" y="252120"/>
                </a:lnTo>
                <a:lnTo>
                  <a:pt x="881392" y="212382"/>
                </a:lnTo>
                <a:lnTo>
                  <a:pt x="853668" y="175298"/>
                </a:lnTo>
                <a:lnTo>
                  <a:pt x="822579" y="141084"/>
                </a:lnTo>
                <a:lnTo>
                  <a:pt x="788365" y="109994"/>
                </a:lnTo>
                <a:lnTo>
                  <a:pt x="751268" y="82257"/>
                </a:lnTo>
                <a:lnTo>
                  <a:pt x="711542" y="58127"/>
                </a:lnTo>
                <a:lnTo>
                  <a:pt x="669417" y="37846"/>
                </a:lnTo>
                <a:lnTo>
                  <a:pt x="625144" y="21653"/>
                </a:lnTo>
                <a:lnTo>
                  <a:pt x="578967" y="9779"/>
                </a:lnTo>
                <a:lnTo>
                  <a:pt x="531114" y="2489"/>
                </a:lnTo>
                <a:lnTo>
                  <a:pt x="481825" y="0"/>
                </a:lnTo>
                <a:lnTo>
                  <a:pt x="432549" y="2489"/>
                </a:lnTo>
                <a:lnTo>
                  <a:pt x="384695" y="9779"/>
                </a:lnTo>
                <a:lnTo>
                  <a:pt x="338505" y="21653"/>
                </a:lnTo>
                <a:lnTo>
                  <a:pt x="294233" y="37846"/>
                </a:lnTo>
                <a:lnTo>
                  <a:pt x="252107" y="58127"/>
                </a:lnTo>
                <a:lnTo>
                  <a:pt x="212382" y="82257"/>
                </a:lnTo>
                <a:lnTo>
                  <a:pt x="175298" y="109994"/>
                </a:lnTo>
                <a:lnTo>
                  <a:pt x="141084" y="141084"/>
                </a:lnTo>
                <a:lnTo>
                  <a:pt x="109994" y="175298"/>
                </a:lnTo>
                <a:lnTo>
                  <a:pt x="82257" y="212382"/>
                </a:lnTo>
                <a:lnTo>
                  <a:pt x="58127" y="252120"/>
                </a:lnTo>
                <a:lnTo>
                  <a:pt x="37846" y="294233"/>
                </a:lnTo>
                <a:lnTo>
                  <a:pt x="21653" y="338505"/>
                </a:lnTo>
                <a:lnTo>
                  <a:pt x="9779" y="384695"/>
                </a:lnTo>
                <a:lnTo>
                  <a:pt x="2489" y="432549"/>
                </a:lnTo>
                <a:lnTo>
                  <a:pt x="0" y="481825"/>
                </a:lnTo>
                <a:lnTo>
                  <a:pt x="2489" y="531114"/>
                </a:lnTo>
                <a:lnTo>
                  <a:pt x="9779" y="578967"/>
                </a:lnTo>
                <a:lnTo>
                  <a:pt x="21653" y="625144"/>
                </a:lnTo>
                <a:lnTo>
                  <a:pt x="37846" y="669429"/>
                </a:lnTo>
                <a:lnTo>
                  <a:pt x="58127" y="711542"/>
                </a:lnTo>
                <a:lnTo>
                  <a:pt x="82257" y="751268"/>
                </a:lnTo>
                <a:lnTo>
                  <a:pt x="109994" y="788365"/>
                </a:lnTo>
                <a:lnTo>
                  <a:pt x="141084" y="822579"/>
                </a:lnTo>
                <a:lnTo>
                  <a:pt x="175298" y="853668"/>
                </a:lnTo>
                <a:lnTo>
                  <a:pt x="212382" y="881405"/>
                </a:lnTo>
                <a:lnTo>
                  <a:pt x="252107" y="905522"/>
                </a:lnTo>
                <a:lnTo>
                  <a:pt x="294233" y="925817"/>
                </a:lnTo>
                <a:lnTo>
                  <a:pt x="338505" y="942009"/>
                </a:lnTo>
                <a:lnTo>
                  <a:pt x="384695" y="953871"/>
                </a:lnTo>
                <a:lnTo>
                  <a:pt x="432549" y="961174"/>
                </a:lnTo>
                <a:lnTo>
                  <a:pt x="458038" y="962469"/>
                </a:lnTo>
                <a:lnTo>
                  <a:pt x="458038" y="1029906"/>
                </a:lnTo>
                <a:lnTo>
                  <a:pt x="505663" y="1029906"/>
                </a:lnTo>
                <a:lnTo>
                  <a:pt x="505663" y="962469"/>
                </a:lnTo>
                <a:lnTo>
                  <a:pt x="531114" y="961174"/>
                </a:lnTo>
                <a:lnTo>
                  <a:pt x="578967" y="953871"/>
                </a:lnTo>
                <a:lnTo>
                  <a:pt x="625144" y="942009"/>
                </a:lnTo>
                <a:lnTo>
                  <a:pt x="669417" y="925817"/>
                </a:lnTo>
                <a:lnTo>
                  <a:pt x="711542" y="905522"/>
                </a:lnTo>
                <a:lnTo>
                  <a:pt x="751268" y="881405"/>
                </a:lnTo>
                <a:lnTo>
                  <a:pt x="788365" y="853668"/>
                </a:lnTo>
                <a:lnTo>
                  <a:pt x="822579" y="822579"/>
                </a:lnTo>
                <a:lnTo>
                  <a:pt x="853668" y="788365"/>
                </a:lnTo>
                <a:lnTo>
                  <a:pt x="881392" y="751268"/>
                </a:lnTo>
                <a:lnTo>
                  <a:pt x="905522" y="711542"/>
                </a:lnTo>
                <a:lnTo>
                  <a:pt x="925804" y="669429"/>
                </a:lnTo>
                <a:lnTo>
                  <a:pt x="942009" y="625144"/>
                </a:lnTo>
                <a:lnTo>
                  <a:pt x="953871" y="578967"/>
                </a:lnTo>
                <a:lnTo>
                  <a:pt x="961174" y="531114"/>
                </a:lnTo>
                <a:lnTo>
                  <a:pt x="963663" y="4818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210"/>
              <a:t>Metrics</a:t>
            </a:r>
            <a:r>
              <a:rPr dirty="0" spc="-540"/>
              <a:t> </a:t>
            </a:r>
            <a:r>
              <a:rPr dirty="0" spc="-125"/>
              <a:t>for</a:t>
            </a:r>
            <a:r>
              <a:rPr dirty="0" spc="-540"/>
              <a:t> </a:t>
            </a:r>
            <a:r>
              <a:rPr dirty="0" spc="415"/>
              <a:t>Success</a:t>
            </a:r>
          </a:p>
        </p:txBody>
      </p:sp>
      <p:sp>
        <p:nvSpPr>
          <p:cNvPr id="4" name="object 4"/>
          <p:cNvSpPr/>
          <p:nvPr/>
        </p:nvSpPr>
        <p:spPr>
          <a:xfrm>
            <a:off x="1900758" y="101185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00758" y="99280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900758" y="97375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900758" y="95470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00758" y="93565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00758" y="91660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900758" y="78325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00758" y="76420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00758" y="74515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00758" y="7261091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00758" y="5737092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00758" y="5546592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00758" y="4022592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00758" y="3832092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900758" y="3641592"/>
            <a:ext cx="47625" cy="142875"/>
          </a:xfrm>
          <a:custGeom>
            <a:avLst/>
            <a:gdLst/>
            <a:ahLst/>
            <a:cxnLst/>
            <a:rect l="l" t="t" r="r" b="b"/>
            <a:pathLst>
              <a:path w="47625" h="142875">
                <a:moveTo>
                  <a:pt x="47624" y="0"/>
                </a:moveTo>
                <a:lnTo>
                  <a:pt x="47624" y="142874"/>
                </a:lnTo>
                <a:lnTo>
                  <a:pt x="0" y="142874"/>
                </a:lnTo>
                <a:lnTo>
                  <a:pt x="0" y="0"/>
                </a:lnTo>
                <a:lnTo>
                  <a:pt x="47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42720" y="5927597"/>
            <a:ext cx="963930" cy="1285875"/>
          </a:xfrm>
          <a:custGeom>
            <a:avLst/>
            <a:gdLst/>
            <a:ahLst/>
            <a:cxnLst/>
            <a:rect l="l" t="t" r="r" b="b"/>
            <a:pathLst>
              <a:path w="963930" h="1285875">
                <a:moveTo>
                  <a:pt x="505663" y="1143000"/>
                </a:moveTo>
                <a:lnTo>
                  <a:pt x="458038" y="1143000"/>
                </a:lnTo>
                <a:lnTo>
                  <a:pt x="458038" y="1285875"/>
                </a:lnTo>
                <a:lnTo>
                  <a:pt x="505663" y="1285875"/>
                </a:lnTo>
                <a:lnTo>
                  <a:pt x="505663" y="1143000"/>
                </a:lnTo>
                <a:close/>
              </a:path>
              <a:path w="963930" h="1285875">
                <a:moveTo>
                  <a:pt x="505663" y="0"/>
                </a:moveTo>
                <a:lnTo>
                  <a:pt x="458038" y="0"/>
                </a:lnTo>
                <a:lnTo>
                  <a:pt x="458038" y="142875"/>
                </a:lnTo>
                <a:lnTo>
                  <a:pt x="505663" y="142875"/>
                </a:lnTo>
                <a:lnTo>
                  <a:pt x="505663" y="0"/>
                </a:lnTo>
                <a:close/>
              </a:path>
              <a:path w="963930" h="1285875">
                <a:moveTo>
                  <a:pt x="963663" y="646112"/>
                </a:moveTo>
                <a:lnTo>
                  <a:pt x="961174" y="596836"/>
                </a:lnTo>
                <a:lnTo>
                  <a:pt x="953871" y="548982"/>
                </a:lnTo>
                <a:lnTo>
                  <a:pt x="942009" y="502793"/>
                </a:lnTo>
                <a:lnTo>
                  <a:pt x="925804" y="458520"/>
                </a:lnTo>
                <a:lnTo>
                  <a:pt x="905522" y="416394"/>
                </a:lnTo>
                <a:lnTo>
                  <a:pt x="881392" y="376669"/>
                </a:lnTo>
                <a:lnTo>
                  <a:pt x="853668" y="339585"/>
                </a:lnTo>
                <a:lnTo>
                  <a:pt x="822579" y="305371"/>
                </a:lnTo>
                <a:lnTo>
                  <a:pt x="788365" y="274281"/>
                </a:lnTo>
                <a:lnTo>
                  <a:pt x="751268" y="246545"/>
                </a:lnTo>
                <a:lnTo>
                  <a:pt x="711542" y="222415"/>
                </a:lnTo>
                <a:lnTo>
                  <a:pt x="669417" y="202133"/>
                </a:lnTo>
                <a:lnTo>
                  <a:pt x="625144" y="185940"/>
                </a:lnTo>
                <a:lnTo>
                  <a:pt x="578967" y="174066"/>
                </a:lnTo>
                <a:lnTo>
                  <a:pt x="531114" y="166776"/>
                </a:lnTo>
                <a:lnTo>
                  <a:pt x="481825" y="164287"/>
                </a:lnTo>
                <a:lnTo>
                  <a:pt x="432549" y="166776"/>
                </a:lnTo>
                <a:lnTo>
                  <a:pt x="384695" y="174066"/>
                </a:lnTo>
                <a:lnTo>
                  <a:pt x="338505" y="185940"/>
                </a:lnTo>
                <a:lnTo>
                  <a:pt x="294233" y="202133"/>
                </a:lnTo>
                <a:lnTo>
                  <a:pt x="252107" y="222415"/>
                </a:lnTo>
                <a:lnTo>
                  <a:pt x="212382" y="246545"/>
                </a:lnTo>
                <a:lnTo>
                  <a:pt x="175298" y="274281"/>
                </a:lnTo>
                <a:lnTo>
                  <a:pt x="141084" y="305371"/>
                </a:lnTo>
                <a:lnTo>
                  <a:pt x="109994" y="339585"/>
                </a:lnTo>
                <a:lnTo>
                  <a:pt x="82257" y="376669"/>
                </a:lnTo>
                <a:lnTo>
                  <a:pt x="58127" y="416394"/>
                </a:lnTo>
                <a:lnTo>
                  <a:pt x="37846" y="458520"/>
                </a:lnTo>
                <a:lnTo>
                  <a:pt x="21653" y="502793"/>
                </a:lnTo>
                <a:lnTo>
                  <a:pt x="9779" y="548982"/>
                </a:lnTo>
                <a:lnTo>
                  <a:pt x="2489" y="596836"/>
                </a:lnTo>
                <a:lnTo>
                  <a:pt x="0" y="646112"/>
                </a:lnTo>
                <a:lnTo>
                  <a:pt x="2489" y="695401"/>
                </a:lnTo>
                <a:lnTo>
                  <a:pt x="9779" y="743254"/>
                </a:lnTo>
                <a:lnTo>
                  <a:pt x="21653" y="789432"/>
                </a:lnTo>
                <a:lnTo>
                  <a:pt x="37846" y="833704"/>
                </a:lnTo>
                <a:lnTo>
                  <a:pt x="58127" y="875830"/>
                </a:lnTo>
                <a:lnTo>
                  <a:pt x="82257" y="915555"/>
                </a:lnTo>
                <a:lnTo>
                  <a:pt x="109994" y="952652"/>
                </a:lnTo>
                <a:lnTo>
                  <a:pt x="141084" y="986866"/>
                </a:lnTo>
                <a:lnTo>
                  <a:pt x="175298" y="1017955"/>
                </a:lnTo>
                <a:lnTo>
                  <a:pt x="212382" y="1045679"/>
                </a:lnTo>
                <a:lnTo>
                  <a:pt x="252107" y="1069809"/>
                </a:lnTo>
                <a:lnTo>
                  <a:pt x="294233" y="1090091"/>
                </a:lnTo>
                <a:lnTo>
                  <a:pt x="338505" y="1106297"/>
                </a:lnTo>
                <a:lnTo>
                  <a:pt x="384695" y="1118158"/>
                </a:lnTo>
                <a:lnTo>
                  <a:pt x="432549" y="1125461"/>
                </a:lnTo>
                <a:lnTo>
                  <a:pt x="481825" y="1127950"/>
                </a:lnTo>
                <a:lnTo>
                  <a:pt x="531114" y="1125461"/>
                </a:lnTo>
                <a:lnTo>
                  <a:pt x="578967" y="1118158"/>
                </a:lnTo>
                <a:lnTo>
                  <a:pt x="625144" y="1106297"/>
                </a:lnTo>
                <a:lnTo>
                  <a:pt x="669417" y="1090091"/>
                </a:lnTo>
                <a:lnTo>
                  <a:pt x="711542" y="1069809"/>
                </a:lnTo>
                <a:lnTo>
                  <a:pt x="751268" y="1045679"/>
                </a:lnTo>
                <a:lnTo>
                  <a:pt x="788365" y="1017955"/>
                </a:lnTo>
                <a:lnTo>
                  <a:pt x="822579" y="986866"/>
                </a:lnTo>
                <a:lnTo>
                  <a:pt x="853668" y="952652"/>
                </a:lnTo>
                <a:lnTo>
                  <a:pt x="881392" y="915555"/>
                </a:lnTo>
                <a:lnTo>
                  <a:pt x="905522" y="875830"/>
                </a:lnTo>
                <a:lnTo>
                  <a:pt x="925804" y="833704"/>
                </a:lnTo>
                <a:lnTo>
                  <a:pt x="942009" y="789432"/>
                </a:lnTo>
                <a:lnTo>
                  <a:pt x="953871" y="743254"/>
                </a:lnTo>
                <a:lnTo>
                  <a:pt x="961174" y="695401"/>
                </a:lnTo>
                <a:lnTo>
                  <a:pt x="963663" y="6461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442720" y="4213097"/>
            <a:ext cx="963930" cy="1285875"/>
          </a:xfrm>
          <a:custGeom>
            <a:avLst/>
            <a:gdLst/>
            <a:ahLst/>
            <a:cxnLst/>
            <a:rect l="l" t="t" r="r" b="b"/>
            <a:pathLst>
              <a:path w="963930" h="1285875">
                <a:moveTo>
                  <a:pt x="505663" y="1143000"/>
                </a:moveTo>
                <a:lnTo>
                  <a:pt x="458038" y="1143000"/>
                </a:lnTo>
                <a:lnTo>
                  <a:pt x="458038" y="1285875"/>
                </a:lnTo>
                <a:lnTo>
                  <a:pt x="505663" y="1285875"/>
                </a:lnTo>
                <a:lnTo>
                  <a:pt x="505663" y="1143000"/>
                </a:lnTo>
                <a:close/>
              </a:path>
              <a:path w="963930" h="1285875">
                <a:moveTo>
                  <a:pt x="505663" y="0"/>
                </a:moveTo>
                <a:lnTo>
                  <a:pt x="458038" y="0"/>
                </a:lnTo>
                <a:lnTo>
                  <a:pt x="458038" y="142875"/>
                </a:lnTo>
                <a:lnTo>
                  <a:pt x="505663" y="142875"/>
                </a:lnTo>
                <a:lnTo>
                  <a:pt x="505663" y="0"/>
                </a:lnTo>
                <a:close/>
              </a:path>
              <a:path w="963930" h="1285875">
                <a:moveTo>
                  <a:pt x="963663" y="639178"/>
                </a:moveTo>
                <a:lnTo>
                  <a:pt x="961174" y="589902"/>
                </a:lnTo>
                <a:lnTo>
                  <a:pt x="953871" y="542048"/>
                </a:lnTo>
                <a:lnTo>
                  <a:pt x="942009" y="495858"/>
                </a:lnTo>
                <a:lnTo>
                  <a:pt x="925804" y="451586"/>
                </a:lnTo>
                <a:lnTo>
                  <a:pt x="905522" y="409460"/>
                </a:lnTo>
                <a:lnTo>
                  <a:pt x="881392" y="369735"/>
                </a:lnTo>
                <a:lnTo>
                  <a:pt x="853668" y="332651"/>
                </a:lnTo>
                <a:lnTo>
                  <a:pt x="822579" y="298437"/>
                </a:lnTo>
                <a:lnTo>
                  <a:pt x="788365" y="267347"/>
                </a:lnTo>
                <a:lnTo>
                  <a:pt x="751268" y="239610"/>
                </a:lnTo>
                <a:lnTo>
                  <a:pt x="711542" y="215480"/>
                </a:lnTo>
                <a:lnTo>
                  <a:pt x="669417" y="195199"/>
                </a:lnTo>
                <a:lnTo>
                  <a:pt x="625144" y="179006"/>
                </a:lnTo>
                <a:lnTo>
                  <a:pt x="578967" y="167132"/>
                </a:lnTo>
                <a:lnTo>
                  <a:pt x="531114" y="159842"/>
                </a:lnTo>
                <a:lnTo>
                  <a:pt x="481825" y="157353"/>
                </a:lnTo>
                <a:lnTo>
                  <a:pt x="432549" y="159842"/>
                </a:lnTo>
                <a:lnTo>
                  <a:pt x="384695" y="167132"/>
                </a:lnTo>
                <a:lnTo>
                  <a:pt x="338505" y="179006"/>
                </a:lnTo>
                <a:lnTo>
                  <a:pt x="294233" y="195199"/>
                </a:lnTo>
                <a:lnTo>
                  <a:pt x="252107" y="215480"/>
                </a:lnTo>
                <a:lnTo>
                  <a:pt x="212382" y="239610"/>
                </a:lnTo>
                <a:lnTo>
                  <a:pt x="175298" y="267347"/>
                </a:lnTo>
                <a:lnTo>
                  <a:pt x="141084" y="298437"/>
                </a:lnTo>
                <a:lnTo>
                  <a:pt x="109994" y="332651"/>
                </a:lnTo>
                <a:lnTo>
                  <a:pt x="82257" y="369735"/>
                </a:lnTo>
                <a:lnTo>
                  <a:pt x="58127" y="409460"/>
                </a:lnTo>
                <a:lnTo>
                  <a:pt x="37846" y="451586"/>
                </a:lnTo>
                <a:lnTo>
                  <a:pt x="21653" y="495858"/>
                </a:lnTo>
                <a:lnTo>
                  <a:pt x="9779" y="542048"/>
                </a:lnTo>
                <a:lnTo>
                  <a:pt x="2489" y="589902"/>
                </a:lnTo>
                <a:lnTo>
                  <a:pt x="0" y="639178"/>
                </a:lnTo>
                <a:lnTo>
                  <a:pt x="2489" y="688467"/>
                </a:lnTo>
                <a:lnTo>
                  <a:pt x="9779" y="736320"/>
                </a:lnTo>
                <a:lnTo>
                  <a:pt x="21653" y="782497"/>
                </a:lnTo>
                <a:lnTo>
                  <a:pt x="37846" y="826770"/>
                </a:lnTo>
                <a:lnTo>
                  <a:pt x="58127" y="868895"/>
                </a:lnTo>
                <a:lnTo>
                  <a:pt x="82257" y="908621"/>
                </a:lnTo>
                <a:lnTo>
                  <a:pt x="109994" y="945718"/>
                </a:lnTo>
                <a:lnTo>
                  <a:pt x="141084" y="979932"/>
                </a:lnTo>
                <a:lnTo>
                  <a:pt x="175298" y="1011021"/>
                </a:lnTo>
                <a:lnTo>
                  <a:pt x="212382" y="1038745"/>
                </a:lnTo>
                <a:lnTo>
                  <a:pt x="252107" y="1062875"/>
                </a:lnTo>
                <a:lnTo>
                  <a:pt x="294233" y="1083157"/>
                </a:lnTo>
                <a:lnTo>
                  <a:pt x="338505" y="1099362"/>
                </a:lnTo>
                <a:lnTo>
                  <a:pt x="384695" y="1111224"/>
                </a:lnTo>
                <a:lnTo>
                  <a:pt x="432549" y="1118527"/>
                </a:lnTo>
                <a:lnTo>
                  <a:pt x="481825" y="1121016"/>
                </a:lnTo>
                <a:lnTo>
                  <a:pt x="531114" y="1118527"/>
                </a:lnTo>
                <a:lnTo>
                  <a:pt x="578967" y="1111224"/>
                </a:lnTo>
                <a:lnTo>
                  <a:pt x="625144" y="1099362"/>
                </a:lnTo>
                <a:lnTo>
                  <a:pt x="669417" y="1083157"/>
                </a:lnTo>
                <a:lnTo>
                  <a:pt x="711542" y="1062875"/>
                </a:lnTo>
                <a:lnTo>
                  <a:pt x="751268" y="1038745"/>
                </a:lnTo>
                <a:lnTo>
                  <a:pt x="788365" y="1011021"/>
                </a:lnTo>
                <a:lnTo>
                  <a:pt x="822579" y="979932"/>
                </a:lnTo>
                <a:lnTo>
                  <a:pt x="853668" y="945718"/>
                </a:lnTo>
                <a:lnTo>
                  <a:pt x="881392" y="908621"/>
                </a:lnTo>
                <a:lnTo>
                  <a:pt x="905522" y="868895"/>
                </a:lnTo>
                <a:lnTo>
                  <a:pt x="925804" y="826770"/>
                </a:lnTo>
                <a:lnTo>
                  <a:pt x="942009" y="782497"/>
                </a:lnTo>
                <a:lnTo>
                  <a:pt x="953871" y="736320"/>
                </a:lnTo>
                <a:lnTo>
                  <a:pt x="961174" y="688467"/>
                </a:lnTo>
                <a:lnTo>
                  <a:pt x="963663" y="6391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42720" y="8023097"/>
            <a:ext cx="963930" cy="1095375"/>
          </a:xfrm>
          <a:custGeom>
            <a:avLst/>
            <a:gdLst/>
            <a:ahLst/>
            <a:cxnLst/>
            <a:rect l="l" t="t" r="r" b="b"/>
            <a:pathLst>
              <a:path w="963930" h="1095375">
                <a:moveTo>
                  <a:pt x="963663" y="548779"/>
                </a:moveTo>
                <a:lnTo>
                  <a:pt x="961174" y="499503"/>
                </a:lnTo>
                <a:lnTo>
                  <a:pt x="953871" y="451650"/>
                </a:lnTo>
                <a:lnTo>
                  <a:pt x="942009" y="405460"/>
                </a:lnTo>
                <a:lnTo>
                  <a:pt x="925804" y="361188"/>
                </a:lnTo>
                <a:lnTo>
                  <a:pt x="905522" y="319062"/>
                </a:lnTo>
                <a:lnTo>
                  <a:pt x="881392" y="279336"/>
                </a:lnTo>
                <a:lnTo>
                  <a:pt x="853668" y="242252"/>
                </a:lnTo>
                <a:lnTo>
                  <a:pt x="822579" y="208038"/>
                </a:lnTo>
                <a:lnTo>
                  <a:pt x="788365" y="176949"/>
                </a:lnTo>
                <a:lnTo>
                  <a:pt x="751268" y="149212"/>
                </a:lnTo>
                <a:lnTo>
                  <a:pt x="711542" y="125082"/>
                </a:lnTo>
                <a:lnTo>
                  <a:pt x="669417" y="104800"/>
                </a:lnTo>
                <a:lnTo>
                  <a:pt x="625144" y="88607"/>
                </a:lnTo>
                <a:lnTo>
                  <a:pt x="578967" y="76733"/>
                </a:lnTo>
                <a:lnTo>
                  <a:pt x="531114" y="69443"/>
                </a:lnTo>
                <a:lnTo>
                  <a:pt x="505663" y="68160"/>
                </a:lnTo>
                <a:lnTo>
                  <a:pt x="505663" y="0"/>
                </a:lnTo>
                <a:lnTo>
                  <a:pt x="458038" y="0"/>
                </a:lnTo>
                <a:lnTo>
                  <a:pt x="458038" y="68160"/>
                </a:lnTo>
                <a:lnTo>
                  <a:pt x="432549" y="69443"/>
                </a:lnTo>
                <a:lnTo>
                  <a:pt x="384695" y="76733"/>
                </a:lnTo>
                <a:lnTo>
                  <a:pt x="338505" y="88607"/>
                </a:lnTo>
                <a:lnTo>
                  <a:pt x="294233" y="104800"/>
                </a:lnTo>
                <a:lnTo>
                  <a:pt x="252107" y="125082"/>
                </a:lnTo>
                <a:lnTo>
                  <a:pt x="212382" y="149212"/>
                </a:lnTo>
                <a:lnTo>
                  <a:pt x="175298" y="176949"/>
                </a:lnTo>
                <a:lnTo>
                  <a:pt x="141084" y="208038"/>
                </a:lnTo>
                <a:lnTo>
                  <a:pt x="109994" y="242252"/>
                </a:lnTo>
                <a:lnTo>
                  <a:pt x="82257" y="279336"/>
                </a:lnTo>
                <a:lnTo>
                  <a:pt x="58127" y="319062"/>
                </a:lnTo>
                <a:lnTo>
                  <a:pt x="37846" y="361188"/>
                </a:lnTo>
                <a:lnTo>
                  <a:pt x="21653" y="405460"/>
                </a:lnTo>
                <a:lnTo>
                  <a:pt x="9779" y="451650"/>
                </a:lnTo>
                <a:lnTo>
                  <a:pt x="2489" y="499503"/>
                </a:lnTo>
                <a:lnTo>
                  <a:pt x="0" y="548779"/>
                </a:lnTo>
                <a:lnTo>
                  <a:pt x="2489" y="598068"/>
                </a:lnTo>
                <a:lnTo>
                  <a:pt x="9779" y="645922"/>
                </a:lnTo>
                <a:lnTo>
                  <a:pt x="21653" y="692099"/>
                </a:lnTo>
                <a:lnTo>
                  <a:pt x="37846" y="736371"/>
                </a:lnTo>
                <a:lnTo>
                  <a:pt x="58127" y="778497"/>
                </a:lnTo>
                <a:lnTo>
                  <a:pt x="82257" y="818222"/>
                </a:lnTo>
                <a:lnTo>
                  <a:pt x="109994" y="855319"/>
                </a:lnTo>
                <a:lnTo>
                  <a:pt x="141084" y="889533"/>
                </a:lnTo>
                <a:lnTo>
                  <a:pt x="175298" y="920623"/>
                </a:lnTo>
                <a:lnTo>
                  <a:pt x="212382" y="948347"/>
                </a:lnTo>
                <a:lnTo>
                  <a:pt x="252107" y="972477"/>
                </a:lnTo>
                <a:lnTo>
                  <a:pt x="294233" y="992759"/>
                </a:lnTo>
                <a:lnTo>
                  <a:pt x="338505" y="1008964"/>
                </a:lnTo>
                <a:lnTo>
                  <a:pt x="384695" y="1020826"/>
                </a:lnTo>
                <a:lnTo>
                  <a:pt x="432549" y="1028128"/>
                </a:lnTo>
                <a:lnTo>
                  <a:pt x="458038" y="1029423"/>
                </a:lnTo>
                <a:lnTo>
                  <a:pt x="458038" y="1095375"/>
                </a:lnTo>
                <a:lnTo>
                  <a:pt x="505663" y="1095375"/>
                </a:lnTo>
                <a:lnTo>
                  <a:pt x="505663" y="1029423"/>
                </a:lnTo>
                <a:lnTo>
                  <a:pt x="531114" y="1028128"/>
                </a:lnTo>
                <a:lnTo>
                  <a:pt x="578967" y="1020826"/>
                </a:lnTo>
                <a:lnTo>
                  <a:pt x="625144" y="1008964"/>
                </a:lnTo>
                <a:lnTo>
                  <a:pt x="669417" y="992759"/>
                </a:lnTo>
                <a:lnTo>
                  <a:pt x="711542" y="972477"/>
                </a:lnTo>
                <a:lnTo>
                  <a:pt x="751268" y="948347"/>
                </a:lnTo>
                <a:lnTo>
                  <a:pt x="788365" y="920623"/>
                </a:lnTo>
                <a:lnTo>
                  <a:pt x="822579" y="889533"/>
                </a:lnTo>
                <a:lnTo>
                  <a:pt x="853668" y="855319"/>
                </a:lnTo>
                <a:lnTo>
                  <a:pt x="881392" y="818222"/>
                </a:lnTo>
                <a:lnTo>
                  <a:pt x="905522" y="778497"/>
                </a:lnTo>
                <a:lnTo>
                  <a:pt x="925804" y="736371"/>
                </a:lnTo>
                <a:lnTo>
                  <a:pt x="942009" y="692099"/>
                </a:lnTo>
                <a:lnTo>
                  <a:pt x="953871" y="645922"/>
                </a:lnTo>
                <a:lnTo>
                  <a:pt x="961174" y="598068"/>
                </a:lnTo>
                <a:lnTo>
                  <a:pt x="963663" y="5487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2909040" y="7861972"/>
            <a:ext cx="12903835" cy="13500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6055"/>
              </a:lnSpc>
              <a:spcBef>
                <a:spcPts val="95"/>
              </a:spcBef>
            </a:pPr>
            <a:r>
              <a:rPr dirty="0" sz="5550" spc="-10" b="1">
                <a:solidFill>
                  <a:srgbClr val="FFFFFF"/>
                </a:solidFill>
                <a:latin typeface="Trebuchet MS"/>
                <a:cs typeface="Trebuchet MS"/>
              </a:rPr>
              <a:t>Quality</a:t>
            </a:r>
            <a:r>
              <a:rPr dirty="0" sz="5550" spc="-3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550" b="1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dirty="0" sz="5550" spc="-34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550" spc="-20" b="1">
                <a:solidFill>
                  <a:srgbClr val="FFFFFF"/>
                </a:solidFill>
                <a:latin typeface="Trebuchet MS"/>
                <a:cs typeface="Trebuchet MS"/>
              </a:rPr>
              <a:t>Life</a:t>
            </a:r>
            <a:endParaRPr sz="5550">
              <a:latin typeface="Trebuchet MS"/>
              <a:cs typeface="Trebuchet MS"/>
            </a:endParaRPr>
          </a:p>
          <a:p>
            <a:pPr marL="12700">
              <a:lnSpc>
                <a:spcPts val="4375"/>
              </a:lnSpc>
            </a:pPr>
            <a:r>
              <a:rPr dirty="0" sz="4150" spc="-125" i="1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4150" spc="-1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95" i="1">
                <a:solidFill>
                  <a:srgbClr val="FFFFFF"/>
                </a:solidFill>
                <a:latin typeface="Trebuchet MS"/>
                <a:cs typeface="Trebuchet MS"/>
              </a:rPr>
              <a:t>households</a:t>
            </a:r>
            <a:r>
              <a:rPr dirty="0" sz="4150" spc="-1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55" i="1">
                <a:solidFill>
                  <a:srgbClr val="FFFFFF"/>
                </a:solidFill>
                <a:latin typeface="Trebuchet MS"/>
                <a:cs typeface="Trebuchet MS"/>
              </a:rPr>
              <a:t>reporting</a:t>
            </a:r>
            <a:r>
              <a:rPr dirty="0" sz="4150" spc="-12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05" i="1">
                <a:solidFill>
                  <a:srgbClr val="FFFFFF"/>
                </a:solidFill>
                <a:latin typeface="Trebuchet MS"/>
                <a:cs typeface="Trebuchet MS"/>
              </a:rPr>
              <a:t>greater</a:t>
            </a:r>
            <a:r>
              <a:rPr dirty="0" sz="4150" spc="-1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225" i="1">
                <a:solidFill>
                  <a:srgbClr val="FFFFFF"/>
                </a:solidFill>
                <a:latin typeface="Trebuchet MS"/>
                <a:cs typeface="Trebuchet MS"/>
              </a:rPr>
              <a:t>stability</a:t>
            </a:r>
            <a:r>
              <a:rPr dirty="0" sz="4150" spc="-12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i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4150" spc="-1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40" i="1">
                <a:solidFill>
                  <a:srgbClr val="FFFFFF"/>
                </a:solidFill>
                <a:latin typeface="Trebuchet MS"/>
                <a:cs typeface="Trebuchet MS"/>
              </a:rPr>
              <a:t>prosperity.</a:t>
            </a:r>
            <a:endParaRPr sz="415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30999" y="2653280"/>
            <a:ext cx="187325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-1115">
                <a:solidFill>
                  <a:srgbClr val="2399D0"/>
                </a:solidFill>
                <a:latin typeface="Trebuchet MS"/>
                <a:cs typeface="Trebuchet MS"/>
              </a:rPr>
              <a:t>1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09040" y="2336011"/>
            <a:ext cx="12534265" cy="48774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6055"/>
              </a:lnSpc>
              <a:spcBef>
                <a:spcPts val="95"/>
              </a:spcBef>
            </a:pPr>
            <a:r>
              <a:rPr dirty="0" sz="5550" spc="-35" b="1">
                <a:solidFill>
                  <a:srgbClr val="FFFFFF"/>
                </a:solidFill>
                <a:latin typeface="Trebuchet MS"/>
                <a:cs typeface="Trebuchet MS"/>
              </a:rPr>
              <a:t>Workforce</a:t>
            </a:r>
            <a:r>
              <a:rPr dirty="0" sz="5550" spc="-3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550" spc="-10" b="1">
                <a:solidFill>
                  <a:srgbClr val="FFFFFF"/>
                </a:solidFill>
                <a:latin typeface="Trebuchet MS"/>
                <a:cs typeface="Trebuchet MS"/>
              </a:rPr>
              <a:t>Participation</a:t>
            </a:r>
            <a:endParaRPr sz="5550">
              <a:latin typeface="Trebuchet MS"/>
              <a:cs typeface="Trebuchet MS"/>
            </a:endParaRPr>
          </a:p>
          <a:p>
            <a:pPr marL="12700">
              <a:lnSpc>
                <a:spcPts val="4375"/>
              </a:lnSpc>
            </a:pPr>
            <a:r>
              <a:rPr dirty="0" sz="4150" spc="-130" i="1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4150" spc="-18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80" i="1">
                <a:solidFill>
                  <a:srgbClr val="FFFFFF"/>
                </a:solidFill>
                <a:latin typeface="Trebuchet MS"/>
                <a:cs typeface="Trebuchet MS"/>
              </a:rPr>
              <a:t>more</a:t>
            </a:r>
            <a:r>
              <a:rPr dirty="0" sz="4150" spc="-13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25" i="1">
                <a:solidFill>
                  <a:srgbClr val="FFFFFF"/>
                </a:solidFill>
                <a:latin typeface="Trebuchet MS"/>
                <a:cs typeface="Trebuchet MS"/>
              </a:rPr>
              <a:t>people</a:t>
            </a:r>
            <a:r>
              <a:rPr dirty="0" sz="4150" spc="-150" i="1">
                <a:solidFill>
                  <a:srgbClr val="FFFFFF"/>
                </a:solidFill>
                <a:latin typeface="Trebuchet MS"/>
                <a:cs typeface="Trebuchet MS"/>
              </a:rPr>
              <a:t> entering</a:t>
            </a:r>
            <a:r>
              <a:rPr dirty="0" sz="4150" spc="-14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i="1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dirty="0" sz="4150" spc="-15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00" i="1">
                <a:solidFill>
                  <a:srgbClr val="FFFFFF"/>
                </a:solidFill>
                <a:latin typeface="Trebuchet MS"/>
                <a:cs typeface="Trebuchet MS"/>
              </a:rPr>
              <a:t>staying</a:t>
            </a:r>
            <a:r>
              <a:rPr dirty="0" sz="4150" spc="-14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254" i="1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dirty="0" sz="4150" spc="-13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200" i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4150" spc="-13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85" i="1">
                <a:solidFill>
                  <a:srgbClr val="FFFFFF"/>
                </a:solidFill>
                <a:latin typeface="Trebuchet MS"/>
                <a:cs typeface="Trebuchet MS"/>
              </a:rPr>
              <a:t>workforce.</a:t>
            </a:r>
            <a:endParaRPr sz="4150">
              <a:latin typeface="Trebuchet MS"/>
              <a:cs typeface="Trebuchet MS"/>
            </a:endParaRPr>
          </a:p>
          <a:p>
            <a:pPr marL="12700">
              <a:lnSpc>
                <a:spcPts val="6205"/>
              </a:lnSpc>
              <a:spcBef>
                <a:spcPts val="3625"/>
              </a:spcBef>
            </a:pPr>
            <a:r>
              <a:rPr dirty="0" sz="5550" spc="-55" b="1">
                <a:solidFill>
                  <a:srgbClr val="FFFFFF"/>
                </a:solidFill>
                <a:latin typeface="Trebuchet MS"/>
                <a:cs typeface="Trebuchet MS"/>
              </a:rPr>
              <a:t>Retention</a:t>
            </a:r>
            <a:endParaRPr sz="5550">
              <a:latin typeface="Trebuchet MS"/>
              <a:cs typeface="Trebuchet MS"/>
            </a:endParaRPr>
          </a:p>
          <a:p>
            <a:pPr marL="12700">
              <a:lnSpc>
                <a:spcPts val="4525"/>
              </a:lnSpc>
            </a:pPr>
            <a:r>
              <a:rPr dirty="0" sz="4150" spc="-85" i="1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dirty="0" sz="4150" spc="-18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75" i="1">
                <a:solidFill>
                  <a:srgbClr val="FFFFFF"/>
                </a:solidFill>
                <a:latin typeface="Trebuchet MS"/>
                <a:cs typeface="Trebuchet MS"/>
              </a:rPr>
              <a:t>employer</a:t>
            </a:r>
            <a:r>
              <a:rPr dirty="0" sz="4150" spc="-13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245" i="1">
                <a:solidFill>
                  <a:srgbClr val="FFFFFF"/>
                </a:solidFill>
                <a:latin typeface="Trebuchet MS"/>
                <a:cs typeface="Trebuchet MS"/>
              </a:rPr>
              <a:t>turnover</a:t>
            </a:r>
            <a:r>
              <a:rPr dirty="0" sz="4150" spc="-13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0" i="1">
                <a:solidFill>
                  <a:srgbClr val="FFFFFF"/>
                </a:solidFill>
                <a:latin typeface="Trebuchet MS"/>
                <a:cs typeface="Trebuchet MS"/>
              </a:rPr>
              <a:t>decreasing</a:t>
            </a:r>
            <a:r>
              <a:rPr dirty="0" sz="4150" spc="-14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30" i="1">
                <a:solidFill>
                  <a:srgbClr val="FFFFFF"/>
                </a:solidFill>
                <a:latin typeface="Trebuchet MS"/>
                <a:cs typeface="Trebuchet MS"/>
              </a:rPr>
              <a:t>during</a:t>
            </a:r>
            <a:r>
              <a:rPr dirty="0" sz="4150" spc="-14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95" i="1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dirty="0" sz="4150" spc="-1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215" i="1">
                <a:solidFill>
                  <a:srgbClr val="FFFFFF"/>
                </a:solidFill>
                <a:latin typeface="Trebuchet MS"/>
                <a:cs typeface="Trebuchet MS"/>
              </a:rPr>
              <a:t>pilot</a:t>
            </a:r>
            <a:r>
              <a:rPr dirty="0" sz="4150" spc="-1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60" i="1">
                <a:solidFill>
                  <a:srgbClr val="FFFFFF"/>
                </a:solidFill>
                <a:latin typeface="Trebuchet MS"/>
                <a:cs typeface="Trebuchet MS"/>
              </a:rPr>
              <a:t>period.</a:t>
            </a:r>
            <a:endParaRPr sz="4150">
              <a:latin typeface="Trebuchet MS"/>
              <a:cs typeface="Trebuchet MS"/>
            </a:endParaRPr>
          </a:p>
          <a:p>
            <a:pPr marL="12700">
              <a:lnSpc>
                <a:spcPts val="6055"/>
              </a:lnSpc>
              <a:spcBef>
                <a:spcPts val="2995"/>
              </a:spcBef>
            </a:pPr>
            <a:r>
              <a:rPr dirty="0" sz="5550" spc="285" b="1">
                <a:solidFill>
                  <a:srgbClr val="FFFFFF"/>
                </a:solidFill>
                <a:latin typeface="Trebuchet MS"/>
                <a:cs typeface="Trebuchet MS"/>
              </a:rPr>
              <a:t>Wage</a:t>
            </a:r>
            <a:r>
              <a:rPr dirty="0" sz="5550" spc="-275" b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5550" spc="-10" b="1">
                <a:solidFill>
                  <a:srgbClr val="FFFFFF"/>
                </a:solidFill>
                <a:latin typeface="Trebuchet MS"/>
                <a:cs typeface="Trebuchet MS"/>
              </a:rPr>
              <a:t>Growth</a:t>
            </a:r>
            <a:endParaRPr sz="5550">
              <a:latin typeface="Trebuchet MS"/>
              <a:cs typeface="Trebuchet MS"/>
            </a:endParaRPr>
          </a:p>
          <a:p>
            <a:pPr marL="12700">
              <a:lnSpc>
                <a:spcPts val="4375"/>
              </a:lnSpc>
            </a:pPr>
            <a:r>
              <a:rPr dirty="0" sz="4150" spc="-125" i="1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dirty="0" sz="4150" spc="-19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10" i="1">
                <a:solidFill>
                  <a:srgbClr val="FFFFFF"/>
                </a:solidFill>
                <a:latin typeface="Trebuchet MS"/>
                <a:cs typeface="Trebuchet MS"/>
              </a:rPr>
              <a:t>participants</a:t>
            </a:r>
            <a:r>
              <a:rPr dirty="0" sz="4150" spc="-20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20" i="1">
                <a:solidFill>
                  <a:srgbClr val="FFFFFF"/>
                </a:solidFill>
                <a:latin typeface="Trebuchet MS"/>
                <a:cs typeface="Trebuchet MS"/>
              </a:rPr>
              <a:t>moving</a:t>
            </a:r>
            <a:r>
              <a:rPr dirty="0" sz="4150" spc="-19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210" i="1">
                <a:solidFill>
                  <a:srgbClr val="FFFFFF"/>
                </a:solidFill>
                <a:latin typeface="Trebuchet MS"/>
                <a:cs typeface="Trebuchet MS"/>
              </a:rPr>
              <a:t>into</a:t>
            </a:r>
            <a:r>
              <a:rPr dirty="0" sz="4150" spc="-130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14" i="1">
                <a:solidFill>
                  <a:srgbClr val="FFFFFF"/>
                </a:solidFill>
                <a:latin typeface="Trebuchet MS"/>
                <a:cs typeface="Trebuchet MS"/>
              </a:rPr>
              <a:t>higher-</a:t>
            </a:r>
            <a:r>
              <a:rPr dirty="0" sz="4150" spc="-25" i="1">
                <a:solidFill>
                  <a:srgbClr val="FFFFFF"/>
                </a:solidFill>
                <a:latin typeface="Trebuchet MS"/>
                <a:cs typeface="Trebuchet MS"/>
              </a:rPr>
              <a:t>paying</a:t>
            </a:r>
            <a:r>
              <a:rPr dirty="0" sz="4150" spc="-175" i="1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4150" spc="-10" i="1">
                <a:solidFill>
                  <a:srgbClr val="FFFFFF"/>
                </a:solidFill>
                <a:latin typeface="Trebuchet MS"/>
                <a:cs typeface="Trebuchet MS"/>
              </a:rPr>
              <a:t>roles.</a:t>
            </a:r>
            <a:endParaRPr sz="41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38833" y="4459663"/>
            <a:ext cx="371475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340">
                <a:solidFill>
                  <a:srgbClr val="2399D0"/>
                </a:solidFill>
                <a:latin typeface="Trebuchet MS"/>
                <a:cs typeface="Trebuchet MS"/>
              </a:rPr>
              <a:t>2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65496" y="6181097"/>
            <a:ext cx="318135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-50">
                <a:solidFill>
                  <a:srgbClr val="2399D0"/>
                </a:solidFill>
                <a:latin typeface="Trebuchet MS"/>
                <a:cs typeface="Trebuchet MS"/>
              </a:rPr>
              <a:t>3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41607" y="8179264"/>
            <a:ext cx="365760" cy="700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400" spc="295">
                <a:solidFill>
                  <a:srgbClr val="2399D0"/>
                </a:solidFill>
                <a:latin typeface="Trebuchet MS"/>
                <a:cs typeface="Trebuchet MS"/>
              </a:rPr>
              <a:t>4</a:t>
            </a:r>
            <a:endParaRPr sz="4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15925" rIns="0" bIns="0" rtlCol="0" vert="horz">
            <a:spAutoFit/>
          </a:bodyPr>
          <a:lstStyle/>
          <a:p>
            <a:pPr marL="12700" marR="553085">
              <a:lnSpc>
                <a:spcPct val="77200"/>
              </a:lnSpc>
              <a:spcBef>
                <a:spcPts val="3275"/>
              </a:spcBef>
            </a:pPr>
            <a:r>
              <a:rPr dirty="0" spc="-114"/>
              <a:t>Upper</a:t>
            </a:r>
            <a:r>
              <a:rPr dirty="0" spc="-740"/>
              <a:t> </a:t>
            </a:r>
            <a:r>
              <a:rPr dirty="0" spc="-10"/>
              <a:t>Cumberland </a:t>
            </a:r>
            <a:r>
              <a:rPr dirty="0" spc="-85"/>
              <a:t>Regional</a:t>
            </a:r>
            <a:r>
              <a:rPr dirty="0" spc="-720"/>
              <a:t> </a:t>
            </a:r>
            <a:r>
              <a:rPr dirty="0" spc="-145"/>
              <a:t>Action</a:t>
            </a:r>
            <a:r>
              <a:rPr dirty="0" spc="-720"/>
              <a:t> </a:t>
            </a:r>
            <a:r>
              <a:rPr dirty="0" spc="-484"/>
              <a:t>Plan:</a:t>
            </a:r>
          </a:p>
          <a:p>
            <a:pPr marL="12700">
              <a:lnSpc>
                <a:spcPts val="17655"/>
              </a:lnSpc>
            </a:pPr>
            <a:r>
              <a:rPr dirty="0" sz="18400" spc="-215" b="1">
                <a:latin typeface="Trebuchet MS"/>
                <a:cs typeface="Trebuchet MS"/>
              </a:rPr>
              <a:t>Empower</a:t>
            </a:r>
            <a:r>
              <a:rPr dirty="0" sz="18400" spc="-1160" b="1">
                <a:latin typeface="Trebuchet MS"/>
                <a:cs typeface="Trebuchet MS"/>
              </a:rPr>
              <a:t> </a:t>
            </a:r>
            <a:r>
              <a:rPr dirty="0" sz="18400" spc="-819" b="1">
                <a:latin typeface="Trebuchet MS"/>
                <a:cs typeface="Trebuchet MS"/>
              </a:rPr>
              <a:t>2.0</a:t>
            </a:r>
            <a:endParaRPr sz="18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25609" y="7448705"/>
            <a:ext cx="13665835" cy="93091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 marR="5080">
              <a:lnSpc>
                <a:spcPts val="3270"/>
              </a:lnSpc>
              <a:spcBef>
                <a:spcPts val="700"/>
              </a:spcBef>
            </a:pPr>
            <a:r>
              <a:rPr dirty="0" sz="3200" i="1">
                <a:solidFill>
                  <a:srgbClr val="151D56"/>
                </a:solidFill>
                <a:latin typeface="Trebuchet MS"/>
                <a:cs typeface="Trebuchet MS"/>
              </a:rPr>
              <a:t>PDI</a:t>
            </a:r>
            <a:r>
              <a:rPr dirty="0" sz="3200" spc="-23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155" i="1">
                <a:solidFill>
                  <a:srgbClr val="151D56"/>
                </a:solidFill>
                <a:latin typeface="Trebuchet MS"/>
                <a:cs typeface="Trebuchet MS"/>
              </a:rPr>
              <a:t>Fellows,</a:t>
            </a:r>
            <a:r>
              <a:rPr dirty="0" sz="3200" spc="-10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i="1">
                <a:solidFill>
                  <a:srgbClr val="151D56"/>
                </a:solidFill>
                <a:latin typeface="Trebuchet MS"/>
                <a:cs typeface="Trebuchet MS"/>
              </a:rPr>
              <a:t>Zone</a:t>
            </a:r>
            <a:r>
              <a:rPr dirty="0" sz="3200" spc="-14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i="1">
                <a:solidFill>
                  <a:srgbClr val="151D56"/>
                </a:solidFill>
                <a:latin typeface="Trebuchet MS"/>
                <a:cs typeface="Trebuchet MS"/>
              </a:rPr>
              <a:t>4:</a:t>
            </a:r>
            <a:r>
              <a:rPr dirty="0" sz="3200" spc="-14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45" i="1">
                <a:solidFill>
                  <a:srgbClr val="151D56"/>
                </a:solidFill>
                <a:latin typeface="Trebuchet MS"/>
                <a:cs typeface="Trebuchet MS"/>
              </a:rPr>
              <a:t>Stefanie</a:t>
            </a:r>
            <a:r>
              <a:rPr dirty="0" sz="3200" spc="-14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225" i="1">
                <a:solidFill>
                  <a:srgbClr val="151D56"/>
                </a:solidFill>
                <a:latin typeface="Trebuchet MS"/>
                <a:cs typeface="Trebuchet MS"/>
              </a:rPr>
              <a:t>Byrd,</a:t>
            </a:r>
            <a:r>
              <a:rPr dirty="0" sz="3200" spc="-10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i="1">
                <a:solidFill>
                  <a:srgbClr val="151D56"/>
                </a:solidFill>
                <a:latin typeface="Trebuchet MS"/>
                <a:cs typeface="Trebuchet MS"/>
              </a:rPr>
              <a:t>Samantha</a:t>
            </a:r>
            <a:r>
              <a:rPr dirty="0" sz="3200" spc="-14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45" i="1">
                <a:solidFill>
                  <a:srgbClr val="151D56"/>
                </a:solidFill>
                <a:latin typeface="Trebuchet MS"/>
                <a:cs typeface="Trebuchet MS"/>
              </a:rPr>
              <a:t>Cross,</a:t>
            </a:r>
            <a:r>
              <a:rPr dirty="0" sz="3200" spc="-14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i="1">
                <a:solidFill>
                  <a:srgbClr val="151D56"/>
                </a:solidFill>
                <a:latin typeface="Trebuchet MS"/>
                <a:cs typeface="Trebuchet MS"/>
              </a:rPr>
              <a:t>Adam</a:t>
            </a:r>
            <a:r>
              <a:rPr dirty="0" sz="3200" spc="-14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100" i="1">
                <a:solidFill>
                  <a:srgbClr val="151D56"/>
                </a:solidFill>
                <a:latin typeface="Trebuchet MS"/>
                <a:cs typeface="Trebuchet MS"/>
              </a:rPr>
              <a:t>Poe,</a:t>
            </a:r>
            <a:r>
              <a:rPr dirty="0" sz="3200" spc="-14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60" i="1">
                <a:solidFill>
                  <a:srgbClr val="151D56"/>
                </a:solidFill>
                <a:latin typeface="Trebuchet MS"/>
                <a:cs typeface="Trebuchet MS"/>
              </a:rPr>
              <a:t>Denny</a:t>
            </a:r>
            <a:r>
              <a:rPr dirty="0" sz="3200" spc="-140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10" i="1">
                <a:solidFill>
                  <a:srgbClr val="151D56"/>
                </a:solidFill>
                <a:latin typeface="Trebuchet MS"/>
                <a:cs typeface="Trebuchet MS"/>
              </a:rPr>
              <a:t>Wayne </a:t>
            </a:r>
            <a:r>
              <a:rPr dirty="0" sz="3200" spc="-110" i="1">
                <a:solidFill>
                  <a:srgbClr val="151D56"/>
                </a:solidFill>
                <a:latin typeface="Trebuchet MS"/>
                <a:cs typeface="Trebuchet MS"/>
              </a:rPr>
              <a:t>Robinson,</a:t>
            </a:r>
            <a:r>
              <a:rPr dirty="0" sz="3200" spc="-13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60" i="1">
                <a:solidFill>
                  <a:srgbClr val="151D56"/>
                </a:solidFill>
                <a:latin typeface="Trebuchet MS"/>
                <a:cs typeface="Trebuchet MS"/>
              </a:rPr>
              <a:t>Megan</a:t>
            </a:r>
            <a:r>
              <a:rPr dirty="0" sz="3200" spc="-12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45" i="1">
                <a:solidFill>
                  <a:srgbClr val="151D56"/>
                </a:solidFill>
                <a:latin typeface="Trebuchet MS"/>
                <a:cs typeface="Trebuchet MS"/>
              </a:rPr>
              <a:t>Spurgeon,</a:t>
            </a:r>
            <a:r>
              <a:rPr dirty="0" sz="3200" spc="-12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55" i="1">
                <a:solidFill>
                  <a:srgbClr val="151D56"/>
                </a:solidFill>
                <a:latin typeface="Trebuchet MS"/>
                <a:cs typeface="Trebuchet MS"/>
              </a:rPr>
              <a:t>Zach</a:t>
            </a:r>
            <a:r>
              <a:rPr dirty="0" sz="3200" spc="-12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20" i="1">
                <a:solidFill>
                  <a:srgbClr val="151D56"/>
                </a:solidFill>
                <a:latin typeface="Trebuchet MS"/>
                <a:cs typeface="Trebuchet MS"/>
              </a:rPr>
              <a:t>Stephens</a:t>
            </a:r>
            <a:r>
              <a:rPr dirty="0" sz="3200" spc="-12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i="1">
                <a:solidFill>
                  <a:srgbClr val="151D56"/>
                </a:solidFill>
                <a:latin typeface="Trebuchet MS"/>
                <a:cs typeface="Trebuchet MS"/>
              </a:rPr>
              <a:t>&amp;</a:t>
            </a:r>
            <a:r>
              <a:rPr dirty="0" sz="3200" spc="-12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120" i="1">
                <a:solidFill>
                  <a:srgbClr val="151D56"/>
                </a:solidFill>
                <a:latin typeface="Trebuchet MS"/>
                <a:cs typeface="Trebuchet MS"/>
              </a:rPr>
              <a:t>Lisa</a:t>
            </a:r>
            <a:r>
              <a:rPr dirty="0" sz="3200" spc="-125" i="1">
                <a:solidFill>
                  <a:srgbClr val="151D56"/>
                </a:solidFill>
                <a:latin typeface="Trebuchet MS"/>
                <a:cs typeface="Trebuchet MS"/>
              </a:rPr>
              <a:t> </a:t>
            </a:r>
            <a:r>
              <a:rPr dirty="0" sz="3200" spc="-10" i="1">
                <a:solidFill>
                  <a:srgbClr val="151D56"/>
                </a:solidFill>
                <a:latin typeface="Trebuchet MS"/>
                <a:cs typeface="Trebuchet MS"/>
              </a:rPr>
              <a:t>Uhrik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934666"/>
            <a:ext cx="1183640" cy="8530590"/>
          </a:xfrm>
          <a:custGeom>
            <a:avLst/>
            <a:gdLst/>
            <a:ahLst/>
            <a:cxnLst/>
            <a:rect l="l" t="t" r="r" b="b"/>
            <a:pathLst>
              <a:path w="1183640" h="8530590">
                <a:moveTo>
                  <a:pt x="1183332" y="0"/>
                </a:moveTo>
                <a:lnTo>
                  <a:pt x="1183332" y="8530439"/>
                </a:lnTo>
                <a:lnTo>
                  <a:pt x="0" y="8530439"/>
                </a:lnTo>
                <a:lnTo>
                  <a:pt x="0" y="0"/>
                </a:lnTo>
                <a:lnTo>
                  <a:pt x="1183332" y="0"/>
                </a:lnTo>
                <a:close/>
              </a:path>
            </a:pathLst>
          </a:custGeom>
          <a:solidFill>
            <a:srgbClr val="2399D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Livingston Overton Chamber</dc:creator>
  <cp:keywords>DAHNlHSa65E,BAF8Tr_LKBA,0</cp:keywords>
  <dc:title>2026 0626 "This is Bob" - Zone 4 Presentation</dc:title>
  <dcterms:created xsi:type="dcterms:W3CDTF">2026-07-01T23:17:10Z</dcterms:created>
  <dcterms:modified xsi:type="dcterms:W3CDTF">2026-07-01T23:17:10Z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2026-06-26T00:00:00Z</vt:filetime>
  </property>
  <property fmtid="{D5CDD505-2E9C-101B-9397-08002B2CF9AE}" pid="4" name="Creator">
    <vt:lpwstr>Canva</vt:lpwstr>
  </property>
  <property fmtid="{D5CDD505-2E9C-101B-9397-08002B2CF9AE}" pid="5" name="LastSaved">
    <vt:filetime>2026-07-01T00:00:00Z</vt:filetime>
  </property>
  <property fmtid="{D5CDD505-2E9C-101B-9397-08002B2CF9AE}" pid="6" name="Producer">
    <vt:lpwstr>Canva</vt:lpwstr>
  </property>
</Properties>
</file>