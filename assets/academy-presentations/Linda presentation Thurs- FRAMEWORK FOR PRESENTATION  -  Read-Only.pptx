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4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1AEC3C-F794-491F-AE30-967819400AB2}" type="doc">
      <dgm:prSet loTypeId="urn:microsoft.com/office/officeart/2005/8/layout/process5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F21E669F-75B9-41F1-B1B9-0F5B6AE7B792}">
      <dgm:prSet/>
      <dgm:spPr/>
      <dgm:t>
        <a:bodyPr/>
        <a:lstStyle/>
        <a:p>
          <a:r>
            <a:rPr lang="en-US" b="1"/>
            <a:t>1) Introduce your region – a statement that sets up the foundation for your cluster initiative</a:t>
          </a:r>
          <a:endParaRPr lang="en-US"/>
        </a:p>
      </dgm:t>
    </dgm:pt>
    <dgm:pt modelId="{92D143D6-5412-4CEF-9C09-A0A564B5A180}" type="parTrans" cxnId="{5E55359F-5A14-4A1B-9270-D1E8DDE98C4D}">
      <dgm:prSet/>
      <dgm:spPr/>
      <dgm:t>
        <a:bodyPr/>
        <a:lstStyle/>
        <a:p>
          <a:endParaRPr lang="en-US"/>
        </a:p>
      </dgm:t>
    </dgm:pt>
    <dgm:pt modelId="{428B2C0E-B8C4-4AE5-A780-C49ED69777B6}" type="sibTrans" cxnId="{5E55359F-5A14-4A1B-9270-D1E8DDE98C4D}">
      <dgm:prSet/>
      <dgm:spPr/>
      <dgm:t>
        <a:bodyPr/>
        <a:lstStyle/>
        <a:p>
          <a:endParaRPr lang="en-US"/>
        </a:p>
      </dgm:t>
    </dgm:pt>
    <dgm:pt modelId="{1EFE0CB2-D7DE-4CFF-8B73-E3B80CCFDFDC}">
      <dgm:prSet/>
      <dgm:spPr/>
      <dgm:t>
        <a:bodyPr/>
        <a:lstStyle/>
        <a:p>
          <a:r>
            <a:rPr lang="en-US" b="1"/>
            <a:t>What is your  VALUE PROPOSITION based on UNIQUE STRENGTHS and DIFFERENTIATION?</a:t>
          </a:r>
          <a:endParaRPr lang="en-US"/>
        </a:p>
      </dgm:t>
    </dgm:pt>
    <dgm:pt modelId="{E7647804-D133-4922-8B63-72E7F95CCDF1}" type="parTrans" cxnId="{1F4C7568-573D-47F1-A0DA-FFF08D566D4D}">
      <dgm:prSet/>
      <dgm:spPr/>
      <dgm:t>
        <a:bodyPr/>
        <a:lstStyle/>
        <a:p>
          <a:endParaRPr lang="en-US"/>
        </a:p>
      </dgm:t>
    </dgm:pt>
    <dgm:pt modelId="{E57A8C81-A7BC-4149-B784-9B6B3493A2C3}" type="sibTrans" cxnId="{1F4C7568-573D-47F1-A0DA-FFF08D566D4D}">
      <dgm:prSet/>
      <dgm:spPr/>
      <dgm:t>
        <a:bodyPr/>
        <a:lstStyle/>
        <a:p>
          <a:endParaRPr lang="en-US"/>
        </a:p>
      </dgm:t>
    </dgm:pt>
    <dgm:pt modelId="{6B374375-9A16-4E0C-AC64-39978DA8454D}">
      <dgm:prSet/>
      <dgm:spPr/>
      <dgm:t>
        <a:bodyPr/>
        <a:lstStyle/>
        <a:p>
          <a:r>
            <a:rPr lang="en-US" b="1"/>
            <a:t>2) What CLUSTER or CLUSTERS</a:t>
          </a:r>
          <a:r>
            <a:rPr lang="en-US"/>
            <a:t> </a:t>
          </a:r>
          <a:r>
            <a:rPr lang="en-US" b="1"/>
            <a:t> have you decided to leverage or strengthen  (What’s the opportunity?)</a:t>
          </a:r>
          <a:endParaRPr lang="en-US"/>
        </a:p>
      </dgm:t>
    </dgm:pt>
    <dgm:pt modelId="{B9C2ACDE-45A7-468B-83FB-AF05002D15ED}" type="parTrans" cxnId="{DA012829-F88A-43C7-9430-6248DEA4180B}">
      <dgm:prSet/>
      <dgm:spPr/>
      <dgm:t>
        <a:bodyPr/>
        <a:lstStyle/>
        <a:p>
          <a:endParaRPr lang="en-US"/>
        </a:p>
      </dgm:t>
    </dgm:pt>
    <dgm:pt modelId="{7CB8E8E6-FCAD-4741-B978-5D900FB74AD6}" type="sibTrans" cxnId="{DA012829-F88A-43C7-9430-6248DEA4180B}">
      <dgm:prSet/>
      <dgm:spPr/>
      <dgm:t>
        <a:bodyPr/>
        <a:lstStyle/>
        <a:p>
          <a:endParaRPr lang="en-US"/>
        </a:p>
      </dgm:t>
    </dgm:pt>
    <dgm:pt modelId="{3EF0CE96-ADFA-4665-95CF-EFCB29EF3E93}">
      <dgm:prSet/>
      <dgm:spPr/>
      <dgm:t>
        <a:bodyPr/>
        <a:lstStyle/>
        <a:p>
          <a:r>
            <a:rPr lang="en-US" b="1"/>
            <a:t>3) What STRATEGIC PRIORITY  have you chosen and why:  Support with 3-5 evidence-based bullet points and examples</a:t>
          </a:r>
          <a:endParaRPr lang="en-US"/>
        </a:p>
      </dgm:t>
    </dgm:pt>
    <dgm:pt modelId="{79F656A3-C1A9-4D6B-BA14-86F537D69A49}" type="parTrans" cxnId="{56912B7A-F64F-4B78-B124-71B720826949}">
      <dgm:prSet/>
      <dgm:spPr/>
      <dgm:t>
        <a:bodyPr/>
        <a:lstStyle/>
        <a:p>
          <a:endParaRPr lang="en-US"/>
        </a:p>
      </dgm:t>
    </dgm:pt>
    <dgm:pt modelId="{8AE00EEC-855B-4AA0-9071-0E24B28DAA04}" type="sibTrans" cxnId="{56912B7A-F64F-4B78-B124-71B720826949}">
      <dgm:prSet/>
      <dgm:spPr/>
      <dgm:t>
        <a:bodyPr/>
        <a:lstStyle/>
        <a:p>
          <a:endParaRPr lang="en-US"/>
        </a:p>
      </dgm:t>
    </dgm:pt>
    <dgm:pt modelId="{F53D1044-321E-48BA-B3B2-897EB72A0ED3}">
      <dgm:prSet/>
      <dgm:spPr/>
      <dgm:t>
        <a:bodyPr/>
        <a:lstStyle/>
        <a:p>
          <a:r>
            <a:rPr lang="en-US" b="1"/>
            <a:t>4) EXECUTION: Overview 12 month plan and 90 Day Next Steps</a:t>
          </a:r>
          <a:endParaRPr lang="en-US"/>
        </a:p>
      </dgm:t>
    </dgm:pt>
    <dgm:pt modelId="{FA6D2AF3-9DBA-45F7-BD55-F149A82D260A}" type="parTrans" cxnId="{EBA0E8EC-3C49-4C23-8F4B-81F7A668C875}">
      <dgm:prSet/>
      <dgm:spPr/>
      <dgm:t>
        <a:bodyPr/>
        <a:lstStyle/>
        <a:p>
          <a:endParaRPr lang="en-US"/>
        </a:p>
      </dgm:t>
    </dgm:pt>
    <dgm:pt modelId="{C7E89ABB-C63A-46AE-BF0C-9A3D3B2C6CC8}" type="sibTrans" cxnId="{EBA0E8EC-3C49-4C23-8F4B-81F7A668C875}">
      <dgm:prSet/>
      <dgm:spPr/>
      <dgm:t>
        <a:bodyPr/>
        <a:lstStyle/>
        <a:p>
          <a:endParaRPr lang="en-US"/>
        </a:p>
      </dgm:t>
    </dgm:pt>
    <dgm:pt modelId="{A44896AC-87C4-4B87-997A-FC362539A4DE}">
      <dgm:prSet/>
      <dgm:spPr/>
      <dgm:t>
        <a:bodyPr/>
        <a:lstStyle/>
        <a:p>
          <a:r>
            <a:rPr lang="en-US" b="1"/>
            <a:t>6) VISUALIZATION:   Describe the future of your region if you are successful.  </a:t>
          </a:r>
          <a:endParaRPr lang="en-US"/>
        </a:p>
      </dgm:t>
    </dgm:pt>
    <dgm:pt modelId="{BE73C0A1-70DD-48BB-B79E-A04D5341A8A1}" type="parTrans" cxnId="{9F0CB214-9B74-4645-8B45-1703FC3B320B}">
      <dgm:prSet/>
      <dgm:spPr/>
      <dgm:t>
        <a:bodyPr/>
        <a:lstStyle/>
        <a:p>
          <a:endParaRPr lang="en-US"/>
        </a:p>
      </dgm:t>
    </dgm:pt>
    <dgm:pt modelId="{890C9848-FB8E-4E38-BD5F-13471CD8D0C3}" type="sibTrans" cxnId="{9F0CB214-9B74-4645-8B45-1703FC3B320B}">
      <dgm:prSet/>
      <dgm:spPr/>
      <dgm:t>
        <a:bodyPr/>
        <a:lstStyle/>
        <a:p>
          <a:endParaRPr lang="en-US"/>
        </a:p>
      </dgm:t>
    </dgm:pt>
    <dgm:pt modelId="{A3515CCD-1AA2-8B47-9303-6531F47ED4D7}" type="pres">
      <dgm:prSet presAssocID="{361AEC3C-F794-491F-AE30-967819400AB2}" presName="diagram" presStyleCnt="0">
        <dgm:presLayoutVars>
          <dgm:dir/>
          <dgm:resizeHandles val="exact"/>
        </dgm:presLayoutVars>
      </dgm:prSet>
      <dgm:spPr/>
    </dgm:pt>
    <dgm:pt modelId="{0B0453A6-458A-1742-9457-7E0B6A2096E6}" type="pres">
      <dgm:prSet presAssocID="{F21E669F-75B9-41F1-B1B9-0F5B6AE7B792}" presName="node" presStyleLbl="node1" presStyleIdx="0" presStyleCnt="6">
        <dgm:presLayoutVars>
          <dgm:bulletEnabled val="1"/>
        </dgm:presLayoutVars>
      </dgm:prSet>
      <dgm:spPr/>
    </dgm:pt>
    <dgm:pt modelId="{013BE8D6-D3D8-7B4C-8E82-6C2AA09E6DC5}" type="pres">
      <dgm:prSet presAssocID="{428B2C0E-B8C4-4AE5-A780-C49ED69777B6}" presName="sibTrans" presStyleLbl="sibTrans2D1" presStyleIdx="0" presStyleCnt="5"/>
      <dgm:spPr/>
    </dgm:pt>
    <dgm:pt modelId="{31F448CB-5366-1D4C-A908-1B71CACDD9B1}" type="pres">
      <dgm:prSet presAssocID="{428B2C0E-B8C4-4AE5-A780-C49ED69777B6}" presName="connectorText" presStyleLbl="sibTrans2D1" presStyleIdx="0" presStyleCnt="5"/>
      <dgm:spPr/>
    </dgm:pt>
    <dgm:pt modelId="{C9F698B9-4BE9-A64B-968C-0BA26204EB6A}" type="pres">
      <dgm:prSet presAssocID="{1EFE0CB2-D7DE-4CFF-8B73-E3B80CCFDFDC}" presName="node" presStyleLbl="node1" presStyleIdx="1" presStyleCnt="6">
        <dgm:presLayoutVars>
          <dgm:bulletEnabled val="1"/>
        </dgm:presLayoutVars>
      </dgm:prSet>
      <dgm:spPr/>
    </dgm:pt>
    <dgm:pt modelId="{8535F019-510A-AC41-B736-1EABF5D3A0E5}" type="pres">
      <dgm:prSet presAssocID="{E57A8C81-A7BC-4149-B784-9B6B3493A2C3}" presName="sibTrans" presStyleLbl="sibTrans2D1" presStyleIdx="1" presStyleCnt="5"/>
      <dgm:spPr/>
    </dgm:pt>
    <dgm:pt modelId="{C7BFFBB7-F092-BF4F-8A7C-BF5B4C3E2E54}" type="pres">
      <dgm:prSet presAssocID="{E57A8C81-A7BC-4149-B784-9B6B3493A2C3}" presName="connectorText" presStyleLbl="sibTrans2D1" presStyleIdx="1" presStyleCnt="5"/>
      <dgm:spPr/>
    </dgm:pt>
    <dgm:pt modelId="{5CB370A2-C257-984A-9761-7B33038E9AA8}" type="pres">
      <dgm:prSet presAssocID="{6B374375-9A16-4E0C-AC64-39978DA8454D}" presName="node" presStyleLbl="node1" presStyleIdx="2" presStyleCnt="6">
        <dgm:presLayoutVars>
          <dgm:bulletEnabled val="1"/>
        </dgm:presLayoutVars>
      </dgm:prSet>
      <dgm:spPr/>
    </dgm:pt>
    <dgm:pt modelId="{648932DA-9CF2-3E49-8926-CD7A5A22F591}" type="pres">
      <dgm:prSet presAssocID="{7CB8E8E6-FCAD-4741-B978-5D900FB74AD6}" presName="sibTrans" presStyleLbl="sibTrans2D1" presStyleIdx="2" presStyleCnt="5"/>
      <dgm:spPr/>
    </dgm:pt>
    <dgm:pt modelId="{AFC0B82E-ACCF-364F-ABD5-39D5F594F801}" type="pres">
      <dgm:prSet presAssocID="{7CB8E8E6-FCAD-4741-B978-5D900FB74AD6}" presName="connectorText" presStyleLbl="sibTrans2D1" presStyleIdx="2" presStyleCnt="5"/>
      <dgm:spPr/>
    </dgm:pt>
    <dgm:pt modelId="{BF921758-ECA9-8D42-ACD7-CEA664B586EC}" type="pres">
      <dgm:prSet presAssocID="{3EF0CE96-ADFA-4665-95CF-EFCB29EF3E93}" presName="node" presStyleLbl="node1" presStyleIdx="3" presStyleCnt="6">
        <dgm:presLayoutVars>
          <dgm:bulletEnabled val="1"/>
        </dgm:presLayoutVars>
      </dgm:prSet>
      <dgm:spPr/>
    </dgm:pt>
    <dgm:pt modelId="{E42AE2BB-B310-1C4B-8809-07F7025B8076}" type="pres">
      <dgm:prSet presAssocID="{8AE00EEC-855B-4AA0-9071-0E24B28DAA04}" presName="sibTrans" presStyleLbl="sibTrans2D1" presStyleIdx="3" presStyleCnt="5"/>
      <dgm:spPr/>
    </dgm:pt>
    <dgm:pt modelId="{AFD331C7-73D7-CD49-BF4E-148458C7DC3F}" type="pres">
      <dgm:prSet presAssocID="{8AE00EEC-855B-4AA0-9071-0E24B28DAA04}" presName="connectorText" presStyleLbl="sibTrans2D1" presStyleIdx="3" presStyleCnt="5"/>
      <dgm:spPr/>
    </dgm:pt>
    <dgm:pt modelId="{95F8AB15-678A-594C-A05D-F595B7906A4C}" type="pres">
      <dgm:prSet presAssocID="{F53D1044-321E-48BA-B3B2-897EB72A0ED3}" presName="node" presStyleLbl="node1" presStyleIdx="4" presStyleCnt="6">
        <dgm:presLayoutVars>
          <dgm:bulletEnabled val="1"/>
        </dgm:presLayoutVars>
      </dgm:prSet>
      <dgm:spPr/>
    </dgm:pt>
    <dgm:pt modelId="{A60024BF-7222-124D-9814-39B62AAA3028}" type="pres">
      <dgm:prSet presAssocID="{C7E89ABB-C63A-46AE-BF0C-9A3D3B2C6CC8}" presName="sibTrans" presStyleLbl="sibTrans2D1" presStyleIdx="4" presStyleCnt="5"/>
      <dgm:spPr/>
    </dgm:pt>
    <dgm:pt modelId="{28D6FB4A-B12A-5F47-B14E-B8C1C1FE684D}" type="pres">
      <dgm:prSet presAssocID="{C7E89ABB-C63A-46AE-BF0C-9A3D3B2C6CC8}" presName="connectorText" presStyleLbl="sibTrans2D1" presStyleIdx="4" presStyleCnt="5"/>
      <dgm:spPr/>
    </dgm:pt>
    <dgm:pt modelId="{027771DD-75EF-534F-93F6-D9DEEBCC1025}" type="pres">
      <dgm:prSet presAssocID="{A44896AC-87C4-4B87-997A-FC362539A4DE}" presName="node" presStyleLbl="node1" presStyleIdx="5" presStyleCnt="6">
        <dgm:presLayoutVars>
          <dgm:bulletEnabled val="1"/>
        </dgm:presLayoutVars>
      </dgm:prSet>
      <dgm:spPr/>
    </dgm:pt>
  </dgm:ptLst>
  <dgm:cxnLst>
    <dgm:cxn modelId="{9F0CB214-9B74-4645-8B45-1703FC3B320B}" srcId="{361AEC3C-F794-491F-AE30-967819400AB2}" destId="{A44896AC-87C4-4B87-997A-FC362539A4DE}" srcOrd="5" destOrd="0" parTransId="{BE73C0A1-70DD-48BB-B79E-A04D5341A8A1}" sibTransId="{890C9848-FB8E-4E38-BD5F-13471CD8D0C3}"/>
    <dgm:cxn modelId="{DA012829-F88A-43C7-9430-6248DEA4180B}" srcId="{361AEC3C-F794-491F-AE30-967819400AB2}" destId="{6B374375-9A16-4E0C-AC64-39978DA8454D}" srcOrd="2" destOrd="0" parTransId="{B9C2ACDE-45A7-468B-83FB-AF05002D15ED}" sibTransId="{7CB8E8E6-FCAD-4741-B978-5D900FB74AD6}"/>
    <dgm:cxn modelId="{96E5D331-65FD-B945-875C-592E1518B69F}" type="presOf" srcId="{E57A8C81-A7BC-4149-B784-9B6B3493A2C3}" destId="{C7BFFBB7-F092-BF4F-8A7C-BF5B4C3E2E54}" srcOrd="1" destOrd="0" presId="urn:microsoft.com/office/officeart/2005/8/layout/process5"/>
    <dgm:cxn modelId="{B5A3664A-1AC3-F640-A9D8-4EE385E22761}" type="presOf" srcId="{F53D1044-321E-48BA-B3B2-897EB72A0ED3}" destId="{95F8AB15-678A-594C-A05D-F595B7906A4C}" srcOrd="0" destOrd="0" presId="urn:microsoft.com/office/officeart/2005/8/layout/process5"/>
    <dgm:cxn modelId="{C679A255-C46A-4343-8C77-D69C45AAD1CD}" type="presOf" srcId="{8AE00EEC-855B-4AA0-9071-0E24B28DAA04}" destId="{AFD331C7-73D7-CD49-BF4E-148458C7DC3F}" srcOrd="1" destOrd="0" presId="urn:microsoft.com/office/officeart/2005/8/layout/process5"/>
    <dgm:cxn modelId="{84F18659-2DE6-B541-9534-5EF272B8EA35}" type="presOf" srcId="{6B374375-9A16-4E0C-AC64-39978DA8454D}" destId="{5CB370A2-C257-984A-9761-7B33038E9AA8}" srcOrd="0" destOrd="0" presId="urn:microsoft.com/office/officeart/2005/8/layout/process5"/>
    <dgm:cxn modelId="{1F4C7568-573D-47F1-A0DA-FFF08D566D4D}" srcId="{361AEC3C-F794-491F-AE30-967819400AB2}" destId="{1EFE0CB2-D7DE-4CFF-8B73-E3B80CCFDFDC}" srcOrd="1" destOrd="0" parTransId="{E7647804-D133-4922-8B63-72E7F95CCDF1}" sibTransId="{E57A8C81-A7BC-4149-B784-9B6B3493A2C3}"/>
    <dgm:cxn modelId="{B8A05C6E-9E9B-6744-8006-73DA20FC81D3}" type="presOf" srcId="{C7E89ABB-C63A-46AE-BF0C-9A3D3B2C6CC8}" destId="{A60024BF-7222-124D-9814-39B62AAA3028}" srcOrd="0" destOrd="0" presId="urn:microsoft.com/office/officeart/2005/8/layout/process5"/>
    <dgm:cxn modelId="{56912B7A-F64F-4B78-B124-71B720826949}" srcId="{361AEC3C-F794-491F-AE30-967819400AB2}" destId="{3EF0CE96-ADFA-4665-95CF-EFCB29EF3E93}" srcOrd="3" destOrd="0" parTransId="{79F656A3-C1A9-4D6B-BA14-86F537D69A49}" sibTransId="{8AE00EEC-855B-4AA0-9071-0E24B28DAA04}"/>
    <dgm:cxn modelId="{73C9B982-BC38-2048-B7E4-4343A1C94CF7}" type="presOf" srcId="{E57A8C81-A7BC-4149-B784-9B6B3493A2C3}" destId="{8535F019-510A-AC41-B736-1EABF5D3A0E5}" srcOrd="0" destOrd="0" presId="urn:microsoft.com/office/officeart/2005/8/layout/process5"/>
    <dgm:cxn modelId="{A5CC2D83-0C7B-FD4B-9C45-DF339D94526C}" type="presOf" srcId="{428B2C0E-B8C4-4AE5-A780-C49ED69777B6}" destId="{31F448CB-5366-1D4C-A908-1B71CACDD9B1}" srcOrd="1" destOrd="0" presId="urn:microsoft.com/office/officeart/2005/8/layout/process5"/>
    <dgm:cxn modelId="{5E55359F-5A14-4A1B-9270-D1E8DDE98C4D}" srcId="{361AEC3C-F794-491F-AE30-967819400AB2}" destId="{F21E669F-75B9-41F1-B1B9-0F5B6AE7B792}" srcOrd="0" destOrd="0" parTransId="{92D143D6-5412-4CEF-9C09-A0A564B5A180}" sibTransId="{428B2C0E-B8C4-4AE5-A780-C49ED69777B6}"/>
    <dgm:cxn modelId="{FBF2779F-8F9D-A042-9D5A-F45F63B96D34}" type="presOf" srcId="{361AEC3C-F794-491F-AE30-967819400AB2}" destId="{A3515CCD-1AA2-8B47-9303-6531F47ED4D7}" srcOrd="0" destOrd="0" presId="urn:microsoft.com/office/officeart/2005/8/layout/process5"/>
    <dgm:cxn modelId="{F960EBA3-8981-964F-9EDD-9E1E4AA14B27}" type="presOf" srcId="{8AE00EEC-855B-4AA0-9071-0E24B28DAA04}" destId="{E42AE2BB-B310-1C4B-8809-07F7025B8076}" srcOrd="0" destOrd="0" presId="urn:microsoft.com/office/officeart/2005/8/layout/process5"/>
    <dgm:cxn modelId="{97D875A6-8A03-3B44-AC63-E3C4716C394D}" type="presOf" srcId="{7CB8E8E6-FCAD-4741-B978-5D900FB74AD6}" destId="{AFC0B82E-ACCF-364F-ABD5-39D5F594F801}" srcOrd="1" destOrd="0" presId="urn:microsoft.com/office/officeart/2005/8/layout/process5"/>
    <dgm:cxn modelId="{C337E4AB-8FBA-C24E-AAE6-F7663CBBE7FB}" type="presOf" srcId="{7CB8E8E6-FCAD-4741-B978-5D900FB74AD6}" destId="{648932DA-9CF2-3E49-8926-CD7A5A22F591}" srcOrd="0" destOrd="0" presId="urn:microsoft.com/office/officeart/2005/8/layout/process5"/>
    <dgm:cxn modelId="{7F414DB2-D732-D04F-B3EF-D17F058DC76C}" type="presOf" srcId="{3EF0CE96-ADFA-4665-95CF-EFCB29EF3E93}" destId="{BF921758-ECA9-8D42-ACD7-CEA664B586EC}" srcOrd="0" destOrd="0" presId="urn:microsoft.com/office/officeart/2005/8/layout/process5"/>
    <dgm:cxn modelId="{A8F13FBD-705E-3142-A96C-2A1B1231DBC3}" type="presOf" srcId="{A44896AC-87C4-4B87-997A-FC362539A4DE}" destId="{027771DD-75EF-534F-93F6-D9DEEBCC1025}" srcOrd="0" destOrd="0" presId="urn:microsoft.com/office/officeart/2005/8/layout/process5"/>
    <dgm:cxn modelId="{678339C5-91AF-4242-94AE-407C02E0665D}" type="presOf" srcId="{F21E669F-75B9-41F1-B1B9-0F5B6AE7B792}" destId="{0B0453A6-458A-1742-9457-7E0B6A2096E6}" srcOrd="0" destOrd="0" presId="urn:microsoft.com/office/officeart/2005/8/layout/process5"/>
    <dgm:cxn modelId="{7C6BC7CF-1A52-0145-8F4D-BBB3A11678BE}" type="presOf" srcId="{428B2C0E-B8C4-4AE5-A780-C49ED69777B6}" destId="{013BE8D6-D3D8-7B4C-8E82-6C2AA09E6DC5}" srcOrd="0" destOrd="0" presId="urn:microsoft.com/office/officeart/2005/8/layout/process5"/>
    <dgm:cxn modelId="{4CE559E8-9318-CD48-8734-C42A2D5F0AA4}" type="presOf" srcId="{1EFE0CB2-D7DE-4CFF-8B73-E3B80CCFDFDC}" destId="{C9F698B9-4BE9-A64B-968C-0BA26204EB6A}" srcOrd="0" destOrd="0" presId="urn:microsoft.com/office/officeart/2005/8/layout/process5"/>
    <dgm:cxn modelId="{EBA0E8EC-3C49-4C23-8F4B-81F7A668C875}" srcId="{361AEC3C-F794-491F-AE30-967819400AB2}" destId="{F53D1044-321E-48BA-B3B2-897EB72A0ED3}" srcOrd="4" destOrd="0" parTransId="{FA6D2AF3-9DBA-45F7-BD55-F149A82D260A}" sibTransId="{C7E89ABB-C63A-46AE-BF0C-9A3D3B2C6CC8}"/>
    <dgm:cxn modelId="{2C14B8F1-2596-0B4A-A7F9-BE6BDE7A2037}" type="presOf" srcId="{C7E89ABB-C63A-46AE-BF0C-9A3D3B2C6CC8}" destId="{28D6FB4A-B12A-5F47-B14E-B8C1C1FE684D}" srcOrd="1" destOrd="0" presId="urn:microsoft.com/office/officeart/2005/8/layout/process5"/>
    <dgm:cxn modelId="{CA696E31-4DB2-3644-B47E-78381D9075F6}" type="presParOf" srcId="{A3515CCD-1AA2-8B47-9303-6531F47ED4D7}" destId="{0B0453A6-458A-1742-9457-7E0B6A2096E6}" srcOrd="0" destOrd="0" presId="urn:microsoft.com/office/officeart/2005/8/layout/process5"/>
    <dgm:cxn modelId="{8A8D5901-5119-6443-8051-C61D03A3F3F8}" type="presParOf" srcId="{A3515CCD-1AA2-8B47-9303-6531F47ED4D7}" destId="{013BE8D6-D3D8-7B4C-8E82-6C2AA09E6DC5}" srcOrd="1" destOrd="0" presId="urn:microsoft.com/office/officeart/2005/8/layout/process5"/>
    <dgm:cxn modelId="{66FBE5A0-ACC4-FC4B-8E8E-F289C8562188}" type="presParOf" srcId="{013BE8D6-D3D8-7B4C-8E82-6C2AA09E6DC5}" destId="{31F448CB-5366-1D4C-A908-1B71CACDD9B1}" srcOrd="0" destOrd="0" presId="urn:microsoft.com/office/officeart/2005/8/layout/process5"/>
    <dgm:cxn modelId="{4B9AB938-BC7F-AE42-A8E5-FBD7770B8288}" type="presParOf" srcId="{A3515CCD-1AA2-8B47-9303-6531F47ED4D7}" destId="{C9F698B9-4BE9-A64B-968C-0BA26204EB6A}" srcOrd="2" destOrd="0" presId="urn:microsoft.com/office/officeart/2005/8/layout/process5"/>
    <dgm:cxn modelId="{8E0692D1-FC4A-DE48-B56C-799E53848610}" type="presParOf" srcId="{A3515CCD-1AA2-8B47-9303-6531F47ED4D7}" destId="{8535F019-510A-AC41-B736-1EABF5D3A0E5}" srcOrd="3" destOrd="0" presId="urn:microsoft.com/office/officeart/2005/8/layout/process5"/>
    <dgm:cxn modelId="{50EC0702-8AEC-9D42-9EBB-FF654243BB2D}" type="presParOf" srcId="{8535F019-510A-AC41-B736-1EABF5D3A0E5}" destId="{C7BFFBB7-F092-BF4F-8A7C-BF5B4C3E2E54}" srcOrd="0" destOrd="0" presId="urn:microsoft.com/office/officeart/2005/8/layout/process5"/>
    <dgm:cxn modelId="{F5ACAD73-CA10-5548-BC7C-E8410FB1D0CD}" type="presParOf" srcId="{A3515CCD-1AA2-8B47-9303-6531F47ED4D7}" destId="{5CB370A2-C257-984A-9761-7B33038E9AA8}" srcOrd="4" destOrd="0" presId="urn:microsoft.com/office/officeart/2005/8/layout/process5"/>
    <dgm:cxn modelId="{40C6FDAB-9C23-0949-8FF1-BB81685472AC}" type="presParOf" srcId="{A3515CCD-1AA2-8B47-9303-6531F47ED4D7}" destId="{648932DA-9CF2-3E49-8926-CD7A5A22F591}" srcOrd="5" destOrd="0" presId="urn:microsoft.com/office/officeart/2005/8/layout/process5"/>
    <dgm:cxn modelId="{A609208C-3E35-BB4D-9A7C-72B257DD7A06}" type="presParOf" srcId="{648932DA-9CF2-3E49-8926-CD7A5A22F591}" destId="{AFC0B82E-ACCF-364F-ABD5-39D5F594F801}" srcOrd="0" destOrd="0" presId="urn:microsoft.com/office/officeart/2005/8/layout/process5"/>
    <dgm:cxn modelId="{D4D11BBB-87C5-3E4C-BE98-E195560098D9}" type="presParOf" srcId="{A3515CCD-1AA2-8B47-9303-6531F47ED4D7}" destId="{BF921758-ECA9-8D42-ACD7-CEA664B586EC}" srcOrd="6" destOrd="0" presId="urn:microsoft.com/office/officeart/2005/8/layout/process5"/>
    <dgm:cxn modelId="{22039627-61C8-FC49-B975-0FBBCAA59BCA}" type="presParOf" srcId="{A3515CCD-1AA2-8B47-9303-6531F47ED4D7}" destId="{E42AE2BB-B310-1C4B-8809-07F7025B8076}" srcOrd="7" destOrd="0" presId="urn:microsoft.com/office/officeart/2005/8/layout/process5"/>
    <dgm:cxn modelId="{F7638EA3-6DD6-C044-A1BB-4AD98426A0D9}" type="presParOf" srcId="{E42AE2BB-B310-1C4B-8809-07F7025B8076}" destId="{AFD331C7-73D7-CD49-BF4E-148458C7DC3F}" srcOrd="0" destOrd="0" presId="urn:microsoft.com/office/officeart/2005/8/layout/process5"/>
    <dgm:cxn modelId="{A6E9D1B0-1352-624F-98E5-4B15F0CF16BA}" type="presParOf" srcId="{A3515CCD-1AA2-8B47-9303-6531F47ED4D7}" destId="{95F8AB15-678A-594C-A05D-F595B7906A4C}" srcOrd="8" destOrd="0" presId="urn:microsoft.com/office/officeart/2005/8/layout/process5"/>
    <dgm:cxn modelId="{5C3822C9-51FE-314E-9E7E-0461AEDEA7E2}" type="presParOf" srcId="{A3515CCD-1AA2-8B47-9303-6531F47ED4D7}" destId="{A60024BF-7222-124D-9814-39B62AAA3028}" srcOrd="9" destOrd="0" presId="urn:microsoft.com/office/officeart/2005/8/layout/process5"/>
    <dgm:cxn modelId="{2D296B3B-B835-344B-8CF2-FC0D93C91CAC}" type="presParOf" srcId="{A60024BF-7222-124D-9814-39B62AAA3028}" destId="{28D6FB4A-B12A-5F47-B14E-B8C1C1FE684D}" srcOrd="0" destOrd="0" presId="urn:microsoft.com/office/officeart/2005/8/layout/process5"/>
    <dgm:cxn modelId="{E89A9A75-AAB8-7B46-B4FD-9F72067DC618}" type="presParOf" srcId="{A3515CCD-1AA2-8B47-9303-6531F47ED4D7}" destId="{027771DD-75EF-534F-93F6-D9DEEBCC1025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0B3EA8-7877-46A3-835C-DFE40F39BEF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AD6E56-B3C4-41C9-9775-F058872BDDD6}">
      <dgm:prSet/>
      <dgm:spPr/>
      <dgm:t>
        <a:bodyPr/>
        <a:lstStyle/>
        <a:p>
          <a:r>
            <a:rPr lang="en-US"/>
            <a:t>Avoid cliches and slogans</a:t>
          </a:r>
        </a:p>
      </dgm:t>
    </dgm:pt>
    <dgm:pt modelId="{DC5790A1-F53F-42C5-8D80-65418A4F5C0A}" type="parTrans" cxnId="{7EE17357-1D7E-4CC9-88ED-3FB059AB2A71}">
      <dgm:prSet/>
      <dgm:spPr/>
      <dgm:t>
        <a:bodyPr/>
        <a:lstStyle/>
        <a:p>
          <a:endParaRPr lang="en-US"/>
        </a:p>
      </dgm:t>
    </dgm:pt>
    <dgm:pt modelId="{3835CBA3-0040-4BAD-A044-55C81E960D9F}" type="sibTrans" cxnId="{7EE17357-1D7E-4CC9-88ED-3FB059AB2A7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33E14D9-153A-43D4-9226-B2EADC65B890}">
      <dgm:prSet/>
      <dgm:spPr/>
      <dgm:t>
        <a:bodyPr/>
        <a:lstStyle/>
        <a:p>
          <a:r>
            <a:rPr lang="en-US"/>
            <a:t>Use concrete nouns and active verbs (not weasel words)</a:t>
          </a:r>
        </a:p>
      </dgm:t>
    </dgm:pt>
    <dgm:pt modelId="{B6BAF217-E204-42FB-B6E4-7EC234C2E46E}" type="parTrans" cxnId="{EB19866A-CBF6-401A-80C1-EA98F11E7D84}">
      <dgm:prSet/>
      <dgm:spPr/>
      <dgm:t>
        <a:bodyPr/>
        <a:lstStyle/>
        <a:p>
          <a:endParaRPr lang="en-US"/>
        </a:p>
      </dgm:t>
    </dgm:pt>
    <dgm:pt modelId="{F3EA78DF-CE6B-43A5-939A-7F457B070BAB}" type="sibTrans" cxnId="{EB19866A-CBF6-401A-80C1-EA98F11E7D8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AEB7DEC-3C1A-4C24-9DF7-D13C4D00D4FD}">
      <dgm:prSet/>
      <dgm:spPr/>
      <dgm:t>
        <a:bodyPr/>
        <a:lstStyle/>
        <a:p>
          <a:r>
            <a:rPr lang="en-US"/>
            <a:t>Visualize your data </a:t>
          </a:r>
        </a:p>
      </dgm:t>
    </dgm:pt>
    <dgm:pt modelId="{C7D6A20D-DDD0-47FE-BFBF-D090BE34CDBD}" type="parTrans" cxnId="{9242B162-1A62-46B7-9A2C-C5CEF3932F77}">
      <dgm:prSet/>
      <dgm:spPr/>
      <dgm:t>
        <a:bodyPr/>
        <a:lstStyle/>
        <a:p>
          <a:endParaRPr lang="en-US"/>
        </a:p>
      </dgm:t>
    </dgm:pt>
    <dgm:pt modelId="{9CEEB67E-74BC-472A-8345-022649BE7B2A}" type="sibTrans" cxnId="{9242B162-1A62-46B7-9A2C-C5CEF3932F7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35354AB-64B7-4604-BE72-167699A16C6D}">
      <dgm:prSet/>
      <dgm:spPr/>
      <dgm:t>
        <a:bodyPr/>
        <a:lstStyle/>
        <a:p>
          <a:r>
            <a:rPr lang="en-US"/>
            <a:t>Humanize your vision</a:t>
          </a:r>
        </a:p>
      </dgm:t>
    </dgm:pt>
    <dgm:pt modelId="{1CF521C0-9179-453C-A3E8-700F80A24D2B}" type="parTrans" cxnId="{4004C155-1197-42BA-ADE1-4028E1E9D2AD}">
      <dgm:prSet/>
      <dgm:spPr/>
      <dgm:t>
        <a:bodyPr/>
        <a:lstStyle/>
        <a:p>
          <a:endParaRPr lang="en-US"/>
        </a:p>
      </dgm:t>
    </dgm:pt>
    <dgm:pt modelId="{966796FE-7102-42AC-8A8A-3C0351036949}" type="sibTrans" cxnId="{4004C155-1197-42BA-ADE1-4028E1E9D2AD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8E21FB43-176E-9F42-A7B7-2CA986D829D1}" type="pres">
      <dgm:prSet presAssocID="{0F0B3EA8-7877-46A3-835C-DFE40F39BEF3}" presName="Name0" presStyleCnt="0">
        <dgm:presLayoutVars>
          <dgm:animLvl val="lvl"/>
          <dgm:resizeHandles val="exact"/>
        </dgm:presLayoutVars>
      </dgm:prSet>
      <dgm:spPr/>
    </dgm:pt>
    <dgm:pt modelId="{C283A03A-C856-0549-9FB9-AAB39D8A5CE9}" type="pres">
      <dgm:prSet presAssocID="{15AD6E56-B3C4-41C9-9775-F058872BDDD6}" presName="compositeNode" presStyleCnt="0">
        <dgm:presLayoutVars>
          <dgm:bulletEnabled val="1"/>
        </dgm:presLayoutVars>
      </dgm:prSet>
      <dgm:spPr/>
    </dgm:pt>
    <dgm:pt modelId="{9AD9BB5A-2D19-0D4A-8D0E-A7178F6A7775}" type="pres">
      <dgm:prSet presAssocID="{15AD6E56-B3C4-41C9-9775-F058872BDDD6}" presName="bgRect" presStyleLbl="bgAccFollowNode1" presStyleIdx="0" presStyleCnt="4"/>
      <dgm:spPr/>
    </dgm:pt>
    <dgm:pt modelId="{AA15D37E-4479-9748-91A0-5ACD39C6371B}" type="pres">
      <dgm:prSet presAssocID="{3835CBA3-0040-4BAD-A044-55C81E960D9F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1EE193E1-7088-D145-AF38-839DCE12B90D}" type="pres">
      <dgm:prSet presAssocID="{15AD6E56-B3C4-41C9-9775-F058872BDDD6}" presName="bottomLine" presStyleLbl="alignNode1" presStyleIdx="1" presStyleCnt="8">
        <dgm:presLayoutVars/>
      </dgm:prSet>
      <dgm:spPr/>
    </dgm:pt>
    <dgm:pt modelId="{2B540AE7-A825-3942-82ED-D2EE4EFE6E18}" type="pres">
      <dgm:prSet presAssocID="{15AD6E56-B3C4-41C9-9775-F058872BDDD6}" presName="nodeText" presStyleLbl="bgAccFollowNode1" presStyleIdx="0" presStyleCnt="4">
        <dgm:presLayoutVars>
          <dgm:bulletEnabled val="1"/>
        </dgm:presLayoutVars>
      </dgm:prSet>
      <dgm:spPr/>
    </dgm:pt>
    <dgm:pt modelId="{0EE7E50E-E6A7-7C45-A134-ADC3C351C652}" type="pres">
      <dgm:prSet presAssocID="{3835CBA3-0040-4BAD-A044-55C81E960D9F}" presName="sibTrans" presStyleCnt="0"/>
      <dgm:spPr/>
    </dgm:pt>
    <dgm:pt modelId="{2AB57DA8-3E16-904E-B4EB-A4F64DFF02C4}" type="pres">
      <dgm:prSet presAssocID="{B33E14D9-153A-43D4-9226-B2EADC65B890}" presName="compositeNode" presStyleCnt="0">
        <dgm:presLayoutVars>
          <dgm:bulletEnabled val="1"/>
        </dgm:presLayoutVars>
      </dgm:prSet>
      <dgm:spPr/>
    </dgm:pt>
    <dgm:pt modelId="{0C1FCD53-B083-DC49-9EE8-1F3C15B6D266}" type="pres">
      <dgm:prSet presAssocID="{B33E14D9-153A-43D4-9226-B2EADC65B890}" presName="bgRect" presStyleLbl="bgAccFollowNode1" presStyleIdx="1" presStyleCnt="4"/>
      <dgm:spPr/>
    </dgm:pt>
    <dgm:pt modelId="{86CAE339-256A-8148-811D-E08BA296C7E5}" type="pres">
      <dgm:prSet presAssocID="{F3EA78DF-CE6B-43A5-939A-7F457B070BAB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19BBA7BA-9AD1-2A4F-8017-DE6333CE1902}" type="pres">
      <dgm:prSet presAssocID="{B33E14D9-153A-43D4-9226-B2EADC65B890}" presName="bottomLine" presStyleLbl="alignNode1" presStyleIdx="3" presStyleCnt="8">
        <dgm:presLayoutVars/>
      </dgm:prSet>
      <dgm:spPr/>
    </dgm:pt>
    <dgm:pt modelId="{BD71A2B0-0E0B-DB46-AE3C-3419B56978D9}" type="pres">
      <dgm:prSet presAssocID="{B33E14D9-153A-43D4-9226-B2EADC65B890}" presName="nodeText" presStyleLbl="bgAccFollowNode1" presStyleIdx="1" presStyleCnt="4">
        <dgm:presLayoutVars>
          <dgm:bulletEnabled val="1"/>
        </dgm:presLayoutVars>
      </dgm:prSet>
      <dgm:spPr/>
    </dgm:pt>
    <dgm:pt modelId="{5FFBB982-ABEA-1D46-94D0-28C7D27C069F}" type="pres">
      <dgm:prSet presAssocID="{F3EA78DF-CE6B-43A5-939A-7F457B070BAB}" presName="sibTrans" presStyleCnt="0"/>
      <dgm:spPr/>
    </dgm:pt>
    <dgm:pt modelId="{3FB07A8F-C846-3242-85C4-60D326BEAE14}" type="pres">
      <dgm:prSet presAssocID="{7AEB7DEC-3C1A-4C24-9DF7-D13C4D00D4FD}" presName="compositeNode" presStyleCnt="0">
        <dgm:presLayoutVars>
          <dgm:bulletEnabled val="1"/>
        </dgm:presLayoutVars>
      </dgm:prSet>
      <dgm:spPr/>
    </dgm:pt>
    <dgm:pt modelId="{1A8E69D2-B12A-8740-8212-B60071CC8665}" type="pres">
      <dgm:prSet presAssocID="{7AEB7DEC-3C1A-4C24-9DF7-D13C4D00D4FD}" presName="bgRect" presStyleLbl="bgAccFollowNode1" presStyleIdx="2" presStyleCnt="4"/>
      <dgm:spPr/>
    </dgm:pt>
    <dgm:pt modelId="{C00BCD0C-4215-A44C-A46B-28AE015541CD}" type="pres">
      <dgm:prSet presAssocID="{9CEEB67E-74BC-472A-8345-022649BE7B2A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030F01AF-B890-6E40-BC66-571AE6A5FD7D}" type="pres">
      <dgm:prSet presAssocID="{7AEB7DEC-3C1A-4C24-9DF7-D13C4D00D4FD}" presName="bottomLine" presStyleLbl="alignNode1" presStyleIdx="5" presStyleCnt="8">
        <dgm:presLayoutVars/>
      </dgm:prSet>
      <dgm:spPr/>
    </dgm:pt>
    <dgm:pt modelId="{8080D551-6A68-CE47-8975-10DFEB6511FF}" type="pres">
      <dgm:prSet presAssocID="{7AEB7DEC-3C1A-4C24-9DF7-D13C4D00D4FD}" presName="nodeText" presStyleLbl="bgAccFollowNode1" presStyleIdx="2" presStyleCnt="4">
        <dgm:presLayoutVars>
          <dgm:bulletEnabled val="1"/>
        </dgm:presLayoutVars>
      </dgm:prSet>
      <dgm:spPr/>
    </dgm:pt>
    <dgm:pt modelId="{8E06695A-039C-624F-99C3-070B087EB345}" type="pres">
      <dgm:prSet presAssocID="{9CEEB67E-74BC-472A-8345-022649BE7B2A}" presName="sibTrans" presStyleCnt="0"/>
      <dgm:spPr/>
    </dgm:pt>
    <dgm:pt modelId="{F341A01B-A109-EC4B-B0FD-D7E414B277B2}" type="pres">
      <dgm:prSet presAssocID="{F35354AB-64B7-4604-BE72-167699A16C6D}" presName="compositeNode" presStyleCnt="0">
        <dgm:presLayoutVars>
          <dgm:bulletEnabled val="1"/>
        </dgm:presLayoutVars>
      </dgm:prSet>
      <dgm:spPr/>
    </dgm:pt>
    <dgm:pt modelId="{21C56DB1-51DB-6A42-80D4-5D148FB8873B}" type="pres">
      <dgm:prSet presAssocID="{F35354AB-64B7-4604-BE72-167699A16C6D}" presName="bgRect" presStyleLbl="bgAccFollowNode1" presStyleIdx="3" presStyleCnt="4"/>
      <dgm:spPr/>
    </dgm:pt>
    <dgm:pt modelId="{2C1F48C1-C44B-D54D-9C57-325535488F39}" type="pres">
      <dgm:prSet presAssocID="{966796FE-7102-42AC-8A8A-3C0351036949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B75CC010-E735-644F-A14C-A765BEC5B273}" type="pres">
      <dgm:prSet presAssocID="{F35354AB-64B7-4604-BE72-167699A16C6D}" presName="bottomLine" presStyleLbl="alignNode1" presStyleIdx="7" presStyleCnt="8">
        <dgm:presLayoutVars/>
      </dgm:prSet>
      <dgm:spPr/>
    </dgm:pt>
    <dgm:pt modelId="{B68FCDAC-CEC0-5044-BCAE-63FAFBEFB052}" type="pres">
      <dgm:prSet presAssocID="{F35354AB-64B7-4604-BE72-167699A16C6D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283BDB02-EAFE-B646-8D30-6F4B233A9BAD}" type="presOf" srcId="{0F0B3EA8-7877-46A3-835C-DFE40F39BEF3}" destId="{8E21FB43-176E-9F42-A7B7-2CA986D829D1}" srcOrd="0" destOrd="0" presId="urn:microsoft.com/office/officeart/2016/7/layout/BasicLinearProcessNumbered"/>
    <dgm:cxn modelId="{A9031513-22F0-114D-9D8F-8E380B4E71A2}" type="presOf" srcId="{966796FE-7102-42AC-8A8A-3C0351036949}" destId="{2C1F48C1-C44B-D54D-9C57-325535488F39}" srcOrd="0" destOrd="0" presId="urn:microsoft.com/office/officeart/2016/7/layout/BasicLinearProcessNumbered"/>
    <dgm:cxn modelId="{150CF91C-88FB-8243-8BC9-7CE8C0A1E41C}" type="presOf" srcId="{7AEB7DEC-3C1A-4C24-9DF7-D13C4D00D4FD}" destId="{1A8E69D2-B12A-8740-8212-B60071CC8665}" srcOrd="0" destOrd="0" presId="urn:microsoft.com/office/officeart/2016/7/layout/BasicLinearProcessNumbered"/>
    <dgm:cxn modelId="{19935B22-416A-BD47-9CD3-72A4656BF993}" type="presOf" srcId="{F3EA78DF-CE6B-43A5-939A-7F457B070BAB}" destId="{86CAE339-256A-8148-811D-E08BA296C7E5}" srcOrd="0" destOrd="0" presId="urn:microsoft.com/office/officeart/2016/7/layout/BasicLinearProcessNumbered"/>
    <dgm:cxn modelId="{E805603C-A17C-594C-B05F-CFC62E80559D}" type="presOf" srcId="{B33E14D9-153A-43D4-9226-B2EADC65B890}" destId="{0C1FCD53-B083-DC49-9EE8-1F3C15B6D266}" srcOrd="0" destOrd="0" presId="urn:microsoft.com/office/officeart/2016/7/layout/BasicLinearProcessNumbered"/>
    <dgm:cxn modelId="{2F7CD853-48DA-6C4B-9F6C-B098BEB430D9}" type="presOf" srcId="{15AD6E56-B3C4-41C9-9775-F058872BDDD6}" destId="{2B540AE7-A825-3942-82ED-D2EE4EFE6E18}" srcOrd="1" destOrd="0" presId="urn:microsoft.com/office/officeart/2016/7/layout/BasicLinearProcessNumbered"/>
    <dgm:cxn modelId="{4004C155-1197-42BA-ADE1-4028E1E9D2AD}" srcId="{0F0B3EA8-7877-46A3-835C-DFE40F39BEF3}" destId="{F35354AB-64B7-4604-BE72-167699A16C6D}" srcOrd="3" destOrd="0" parTransId="{1CF521C0-9179-453C-A3E8-700F80A24D2B}" sibTransId="{966796FE-7102-42AC-8A8A-3C0351036949}"/>
    <dgm:cxn modelId="{53C64A56-F5C8-2B4C-BD9E-EE73F2BC3C2C}" type="presOf" srcId="{7AEB7DEC-3C1A-4C24-9DF7-D13C4D00D4FD}" destId="{8080D551-6A68-CE47-8975-10DFEB6511FF}" srcOrd="1" destOrd="0" presId="urn:microsoft.com/office/officeart/2016/7/layout/BasicLinearProcessNumbered"/>
    <dgm:cxn modelId="{7EE17357-1D7E-4CC9-88ED-3FB059AB2A71}" srcId="{0F0B3EA8-7877-46A3-835C-DFE40F39BEF3}" destId="{15AD6E56-B3C4-41C9-9775-F058872BDDD6}" srcOrd="0" destOrd="0" parTransId="{DC5790A1-F53F-42C5-8D80-65418A4F5C0A}" sibTransId="{3835CBA3-0040-4BAD-A044-55C81E960D9F}"/>
    <dgm:cxn modelId="{4A187D61-7824-5046-8102-0F31B80B3D70}" type="presOf" srcId="{B33E14D9-153A-43D4-9226-B2EADC65B890}" destId="{BD71A2B0-0E0B-DB46-AE3C-3419B56978D9}" srcOrd="1" destOrd="0" presId="urn:microsoft.com/office/officeart/2016/7/layout/BasicLinearProcessNumbered"/>
    <dgm:cxn modelId="{9242B162-1A62-46B7-9A2C-C5CEF3932F77}" srcId="{0F0B3EA8-7877-46A3-835C-DFE40F39BEF3}" destId="{7AEB7DEC-3C1A-4C24-9DF7-D13C4D00D4FD}" srcOrd="2" destOrd="0" parTransId="{C7D6A20D-DDD0-47FE-BFBF-D090BE34CDBD}" sibTransId="{9CEEB67E-74BC-472A-8345-022649BE7B2A}"/>
    <dgm:cxn modelId="{EB19866A-CBF6-401A-80C1-EA98F11E7D84}" srcId="{0F0B3EA8-7877-46A3-835C-DFE40F39BEF3}" destId="{B33E14D9-153A-43D4-9226-B2EADC65B890}" srcOrd="1" destOrd="0" parTransId="{B6BAF217-E204-42FB-B6E4-7EC234C2E46E}" sibTransId="{F3EA78DF-CE6B-43A5-939A-7F457B070BAB}"/>
    <dgm:cxn modelId="{0B965E99-1855-714A-8D27-E510CA3373DF}" type="presOf" srcId="{9CEEB67E-74BC-472A-8345-022649BE7B2A}" destId="{C00BCD0C-4215-A44C-A46B-28AE015541CD}" srcOrd="0" destOrd="0" presId="urn:microsoft.com/office/officeart/2016/7/layout/BasicLinearProcessNumbered"/>
    <dgm:cxn modelId="{542915A3-7578-D44B-8841-606B3BF55A8B}" type="presOf" srcId="{F35354AB-64B7-4604-BE72-167699A16C6D}" destId="{21C56DB1-51DB-6A42-80D4-5D148FB8873B}" srcOrd="0" destOrd="0" presId="urn:microsoft.com/office/officeart/2016/7/layout/BasicLinearProcessNumbered"/>
    <dgm:cxn modelId="{2FF86FA5-45A4-3E46-8D35-692C3180C4B9}" type="presOf" srcId="{15AD6E56-B3C4-41C9-9775-F058872BDDD6}" destId="{9AD9BB5A-2D19-0D4A-8D0E-A7178F6A7775}" srcOrd="0" destOrd="0" presId="urn:microsoft.com/office/officeart/2016/7/layout/BasicLinearProcessNumbered"/>
    <dgm:cxn modelId="{4E4C9AAC-73B5-8641-A29E-D93A4D9D54FC}" type="presOf" srcId="{3835CBA3-0040-4BAD-A044-55C81E960D9F}" destId="{AA15D37E-4479-9748-91A0-5ACD39C6371B}" srcOrd="0" destOrd="0" presId="urn:microsoft.com/office/officeart/2016/7/layout/BasicLinearProcessNumbered"/>
    <dgm:cxn modelId="{B8D0B5D7-80D1-2543-AA39-6AA8588D2329}" type="presOf" srcId="{F35354AB-64B7-4604-BE72-167699A16C6D}" destId="{B68FCDAC-CEC0-5044-BCAE-63FAFBEFB052}" srcOrd="1" destOrd="0" presId="urn:microsoft.com/office/officeart/2016/7/layout/BasicLinearProcessNumbered"/>
    <dgm:cxn modelId="{B768FF6A-3FD4-C547-A1A8-1088D6A9A2D7}" type="presParOf" srcId="{8E21FB43-176E-9F42-A7B7-2CA986D829D1}" destId="{C283A03A-C856-0549-9FB9-AAB39D8A5CE9}" srcOrd="0" destOrd="0" presId="urn:microsoft.com/office/officeart/2016/7/layout/BasicLinearProcessNumbered"/>
    <dgm:cxn modelId="{FF554FE0-3EB3-C844-8F93-D6B85DF7836E}" type="presParOf" srcId="{C283A03A-C856-0549-9FB9-AAB39D8A5CE9}" destId="{9AD9BB5A-2D19-0D4A-8D0E-A7178F6A7775}" srcOrd="0" destOrd="0" presId="urn:microsoft.com/office/officeart/2016/7/layout/BasicLinearProcessNumbered"/>
    <dgm:cxn modelId="{11F95695-8200-6E4E-B569-9405B3182E5B}" type="presParOf" srcId="{C283A03A-C856-0549-9FB9-AAB39D8A5CE9}" destId="{AA15D37E-4479-9748-91A0-5ACD39C6371B}" srcOrd="1" destOrd="0" presId="urn:microsoft.com/office/officeart/2016/7/layout/BasicLinearProcessNumbered"/>
    <dgm:cxn modelId="{97CAE0F1-39A2-D54E-BF72-7670470F043C}" type="presParOf" srcId="{C283A03A-C856-0549-9FB9-AAB39D8A5CE9}" destId="{1EE193E1-7088-D145-AF38-839DCE12B90D}" srcOrd="2" destOrd="0" presId="urn:microsoft.com/office/officeart/2016/7/layout/BasicLinearProcessNumbered"/>
    <dgm:cxn modelId="{C96507E9-6F01-DE40-B999-148C94FBC3F8}" type="presParOf" srcId="{C283A03A-C856-0549-9FB9-AAB39D8A5CE9}" destId="{2B540AE7-A825-3942-82ED-D2EE4EFE6E18}" srcOrd="3" destOrd="0" presId="urn:microsoft.com/office/officeart/2016/7/layout/BasicLinearProcessNumbered"/>
    <dgm:cxn modelId="{D3480C67-807E-3445-918D-6515B79BDF01}" type="presParOf" srcId="{8E21FB43-176E-9F42-A7B7-2CA986D829D1}" destId="{0EE7E50E-E6A7-7C45-A134-ADC3C351C652}" srcOrd="1" destOrd="0" presId="urn:microsoft.com/office/officeart/2016/7/layout/BasicLinearProcessNumbered"/>
    <dgm:cxn modelId="{1B2D3A44-1A33-0B45-959B-C929E3CDEE40}" type="presParOf" srcId="{8E21FB43-176E-9F42-A7B7-2CA986D829D1}" destId="{2AB57DA8-3E16-904E-B4EB-A4F64DFF02C4}" srcOrd="2" destOrd="0" presId="urn:microsoft.com/office/officeart/2016/7/layout/BasicLinearProcessNumbered"/>
    <dgm:cxn modelId="{CA631918-181B-E546-A959-17F2EAC86E44}" type="presParOf" srcId="{2AB57DA8-3E16-904E-B4EB-A4F64DFF02C4}" destId="{0C1FCD53-B083-DC49-9EE8-1F3C15B6D266}" srcOrd="0" destOrd="0" presId="urn:microsoft.com/office/officeart/2016/7/layout/BasicLinearProcessNumbered"/>
    <dgm:cxn modelId="{B06283F5-7351-9844-97EC-D5D345331F12}" type="presParOf" srcId="{2AB57DA8-3E16-904E-B4EB-A4F64DFF02C4}" destId="{86CAE339-256A-8148-811D-E08BA296C7E5}" srcOrd="1" destOrd="0" presId="urn:microsoft.com/office/officeart/2016/7/layout/BasicLinearProcessNumbered"/>
    <dgm:cxn modelId="{058163BA-54B3-FD49-BE98-14728CDF52F6}" type="presParOf" srcId="{2AB57DA8-3E16-904E-B4EB-A4F64DFF02C4}" destId="{19BBA7BA-9AD1-2A4F-8017-DE6333CE1902}" srcOrd="2" destOrd="0" presId="urn:microsoft.com/office/officeart/2016/7/layout/BasicLinearProcessNumbered"/>
    <dgm:cxn modelId="{6B19D96E-E6FD-1148-8A22-E3B4B2E5E786}" type="presParOf" srcId="{2AB57DA8-3E16-904E-B4EB-A4F64DFF02C4}" destId="{BD71A2B0-0E0B-DB46-AE3C-3419B56978D9}" srcOrd="3" destOrd="0" presId="urn:microsoft.com/office/officeart/2016/7/layout/BasicLinearProcessNumbered"/>
    <dgm:cxn modelId="{14BCAA3C-2952-FD4D-9D7B-EC763F13EBE8}" type="presParOf" srcId="{8E21FB43-176E-9F42-A7B7-2CA986D829D1}" destId="{5FFBB982-ABEA-1D46-94D0-28C7D27C069F}" srcOrd="3" destOrd="0" presId="urn:microsoft.com/office/officeart/2016/7/layout/BasicLinearProcessNumbered"/>
    <dgm:cxn modelId="{EC893411-BF70-3346-8870-0E632FF1603C}" type="presParOf" srcId="{8E21FB43-176E-9F42-A7B7-2CA986D829D1}" destId="{3FB07A8F-C846-3242-85C4-60D326BEAE14}" srcOrd="4" destOrd="0" presId="urn:microsoft.com/office/officeart/2016/7/layout/BasicLinearProcessNumbered"/>
    <dgm:cxn modelId="{47B5665B-B144-2149-8B83-AB0BEBB00BA1}" type="presParOf" srcId="{3FB07A8F-C846-3242-85C4-60D326BEAE14}" destId="{1A8E69D2-B12A-8740-8212-B60071CC8665}" srcOrd="0" destOrd="0" presId="urn:microsoft.com/office/officeart/2016/7/layout/BasicLinearProcessNumbered"/>
    <dgm:cxn modelId="{CAD5245F-C9C2-0F4A-95AD-FF7CFF14C0A5}" type="presParOf" srcId="{3FB07A8F-C846-3242-85C4-60D326BEAE14}" destId="{C00BCD0C-4215-A44C-A46B-28AE015541CD}" srcOrd="1" destOrd="0" presId="urn:microsoft.com/office/officeart/2016/7/layout/BasicLinearProcessNumbered"/>
    <dgm:cxn modelId="{1BF5708F-A140-0D46-AA11-835CDA23C320}" type="presParOf" srcId="{3FB07A8F-C846-3242-85C4-60D326BEAE14}" destId="{030F01AF-B890-6E40-BC66-571AE6A5FD7D}" srcOrd="2" destOrd="0" presId="urn:microsoft.com/office/officeart/2016/7/layout/BasicLinearProcessNumbered"/>
    <dgm:cxn modelId="{B9F8A7D3-D8C6-6245-8C99-E5F2A6584C33}" type="presParOf" srcId="{3FB07A8F-C846-3242-85C4-60D326BEAE14}" destId="{8080D551-6A68-CE47-8975-10DFEB6511FF}" srcOrd="3" destOrd="0" presId="urn:microsoft.com/office/officeart/2016/7/layout/BasicLinearProcessNumbered"/>
    <dgm:cxn modelId="{DC196322-5C40-9B4C-8647-EDC6E7C26E79}" type="presParOf" srcId="{8E21FB43-176E-9F42-A7B7-2CA986D829D1}" destId="{8E06695A-039C-624F-99C3-070B087EB345}" srcOrd="5" destOrd="0" presId="urn:microsoft.com/office/officeart/2016/7/layout/BasicLinearProcessNumbered"/>
    <dgm:cxn modelId="{AECD8810-3F91-2846-87BC-80C0067C181A}" type="presParOf" srcId="{8E21FB43-176E-9F42-A7B7-2CA986D829D1}" destId="{F341A01B-A109-EC4B-B0FD-D7E414B277B2}" srcOrd="6" destOrd="0" presId="urn:microsoft.com/office/officeart/2016/7/layout/BasicLinearProcessNumbered"/>
    <dgm:cxn modelId="{56252BD3-2A8F-5449-B1FF-449CA8FDB02F}" type="presParOf" srcId="{F341A01B-A109-EC4B-B0FD-D7E414B277B2}" destId="{21C56DB1-51DB-6A42-80D4-5D148FB8873B}" srcOrd="0" destOrd="0" presId="urn:microsoft.com/office/officeart/2016/7/layout/BasicLinearProcessNumbered"/>
    <dgm:cxn modelId="{1C94A519-BC2B-014F-9493-E4D482DF35B7}" type="presParOf" srcId="{F341A01B-A109-EC4B-B0FD-D7E414B277B2}" destId="{2C1F48C1-C44B-D54D-9C57-325535488F39}" srcOrd="1" destOrd="0" presId="urn:microsoft.com/office/officeart/2016/7/layout/BasicLinearProcessNumbered"/>
    <dgm:cxn modelId="{8A2D9EDA-5816-B840-B493-F5E494BEF383}" type="presParOf" srcId="{F341A01B-A109-EC4B-B0FD-D7E414B277B2}" destId="{B75CC010-E735-644F-A14C-A765BEC5B273}" srcOrd="2" destOrd="0" presId="urn:microsoft.com/office/officeart/2016/7/layout/BasicLinearProcessNumbered"/>
    <dgm:cxn modelId="{7A95B702-C954-9B4D-AB34-D3B9EED16086}" type="presParOf" srcId="{F341A01B-A109-EC4B-B0FD-D7E414B277B2}" destId="{B68FCDAC-CEC0-5044-BCAE-63FAFBEFB05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0453A6-458A-1742-9457-7E0B6A2096E6}">
      <dsp:nvSpPr>
        <dsp:cNvPr id="0" name=""/>
        <dsp:cNvSpPr/>
      </dsp:nvSpPr>
      <dsp:spPr>
        <a:xfrm>
          <a:off x="97043" y="2718"/>
          <a:ext cx="2716187" cy="16297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1) Introduce your region – a statement that sets up the foundation for your cluster initiative</a:t>
          </a:r>
          <a:endParaRPr lang="en-US" sz="1600" kern="1200"/>
        </a:p>
      </dsp:txBody>
      <dsp:txXfrm>
        <a:off x="144776" y="50451"/>
        <a:ext cx="2620721" cy="1534246"/>
      </dsp:txXfrm>
    </dsp:sp>
    <dsp:sp modelId="{013BE8D6-D3D8-7B4C-8E82-6C2AA09E6DC5}">
      <dsp:nvSpPr>
        <dsp:cNvPr id="0" name=""/>
        <dsp:cNvSpPr/>
      </dsp:nvSpPr>
      <dsp:spPr>
        <a:xfrm>
          <a:off x="3052255" y="480767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3052255" y="615490"/>
        <a:ext cx="403082" cy="404168"/>
      </dsp:txXfrm>
    </dsp:sp>
    <dsp:sp modelId="{C9F698B9-4BE9-A64B-968C-0BA26204EB6A}">
      <dsp:nvSpPr>
        <dsp:cNvPr id="0" name=""/>
        <dsp:cNvSpPr/>
      </dsp:nvSpPr>
      <dsp:spPr>
        <a:xfrm>
          <a:off x="3899706" y="2718"/>
          <a:ext cx="2716187" cy="16297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What is your  VALUE PROPOSITION based on UNIQUE STRENGTHS and DIFFERENTIATION?</a:t>
          </a:r>
          <a:endParaRPr lang="en-US" sz="1600" kern="1200"/>
        </a:p>
      </dsp:txBody>
      <dsp:txXfrm>
        <a:off x="3947439" y="50451"/>
        <a:ext cx="2620721" cy="1534246"/>
      </dsp:txXfrm>
    </dsp:sp>
    <dsp:sp modelId="{8535F019-510A-AC41-B736-1EABF5D3A0E5}">
      <dsp:nvSpPr>
        <dsp:cNvPr id="0" name=""/>
        <dsp:cNvSpPr/>
      </dsp:nvSpPr>
      <dsp:spPr>
        <a:xfrm>
          <a:off x="6854918" y="480767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6854918" y="615490"/>
        <a:ext cx="403082" cy="404168"/>
      </dsp:txXfrm>
    </dsp:sp>
    <dsp:sp modelId="{5CB370A2-C257-984A-9761-7B33038E9AA8}">
      <dsp:nvSpPr>
        <dsp:cNvPr id="0" name=""/>
        <dsp:cNvSpPr/>
      </dsp:nvSpPr>
      <dsp:spPr>
        <a:xfrm>
          <a:off x="7702368" y="2718"/>
          <a:ext cx="2716187" cy="16297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2) What CLUSTER or CLUSTERS</a:t>
          </a:r>
          <a:r>
            <a:rPr lang="en-US" sz="1600" kern="1200"/>
            <a:t> </a:t>
          </a:r>
          <a:r>
            <a:rPr lang="en-US" sz="1600" b="1" kern="1200"/>
            <a:t> have you decided to leverage or strengthen  (What’s the opportunity?)</a:t>
          </a:r>
          <a:endParaRPr lang="en-US" sz="1600" kern="1200"/>
        </a:p>
      </dsp:txBody>
      <dsp:txXfrm>
        <a:off x="7750101" y="50451"/>
        <a:ext cx="2620721" cy="1534246"/>
      </dsp:txXfrm>
    </dsp:sp>
    <dsp:sp modelId="{648932DA-9CF2-3E49-8926-CD7A5A22F591}">
      <dsp:nvSpPr>
        <dsp:cNvPr id="0" name=""/>
        <dsp:cNvSpPr/>
      </dsp:nvSpPr>
      <dsp:spPr>
        <a:xfrm rot="5400000">
          <a:off x="8772546" y="1822564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8858378" y="1871456"/>
        <a:ext cx="404168" cy="403082"/>
      </dsp:txXfrm>
    </dsp:sp>
    <dsp:sp modelId="{BF921758-ECA9-8D42-ACD7-CEA664B586EC}">
      <dsp:nvSpPr>
        <dsp:cNvPr id="0" name=""/>
        <dsp:cNvSpPr/>
      </dsp:nvSpPr>
      <dsp:spPr>
        <a:xfrm>
          <a:off x="7702368" y="2718906"/>
          <a:ext cx="2716187" cy="16297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3) What STRATEGIC PRIORITY  have you chosen and why:  Support with 3-5 evidence-based bullet points and examples</a:t>
          </a:r>
          <a:endParaRPr lang="en-US" sz="1600" kern="1200"/>
        </a:p>
      </dsp:txBody>
      <dsp:txXfrm>
        <a:off x="7750101" y="2766639"/>
        <a:ext cx="2620721" cy="1534246"/>
      </dsp:txXfrm>
    </dsp:sp>
    <dsp:sp modelId="{E42AE2BB-B310-1C4B-8809-07F7025B8076}">
      <dsp:nvSpPr>
        <dsp:cNvPr id="0" name=""/>
        <dsp:cNvSpPr/>
      </dsp:nvSpPr>
      <dsp:spPr>
        <a:xfrm rot="10800000">
          <a:off x="6887512" y="3196955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7060261" y="3331678"/>
        <a:ext cx="403082" cy="404168"/>
      </dsp:txXfrm>
    </dsp:sp>
    <dsp:sp modelId="{95F8AB15-678A-594C-A05D-F595B7906A4C}">
      <dsp:nvSpPr>
        <dsp:cNvPr id="0" name=""/>
        <dsp:cNvSpPr/>
      </dsp:nvSpPr>
      <dsp:spPr>
        <a:xfrm>
          <a:off x="3899706" y="2718906"/>
          <a:ext cx="2716187" cy="16297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4) EXECUTION: Overview 12 month plan and 90 Day Next Steps</a:t>
          </a:r>
          <a:endParaRPr lang="en-US" sz="1600" kern="1200"/>
        </a:p>
      </dsp:txBody>
      <dsp:txXfrm>
        <a:off x="3947439" y="2766639"/>
        <a:ext cx="2620721" cy="1534246"/>
      </dsp:txXfrm>
    </dsp:sp>
    <dsp:sp modelId="{A60024BF-7222-124D-9814-39B62AAA3028}">
      <dsp:nvSpPr>
        <dsp:cNvPr id="0" name=""/>
        <dsp:cNvSpPr/>
      </dsp:nvSpPr>
      <dsp:spPr>
        <a:xfrm rot="10800000">
          <a:off x="3084849" y="3196955"/>
          <a:ext cx="575831" cy="6736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3257598" y="3331678"/>
        <a:ext cx="403082" cy="404168"/>
      </dsp:txXfrm>
    </dsp:sp>
    <dsp:sp modelId="{027771DD-75EF-534F-93F6-D9DEEBCC1025}">
      <dsp:nvSpPr>
        <dsp:cNvPr id="0" name=""/>
        <dsp:cNvSpPr/>
      </dsp:nvSpPr>
      <dsp:spPr>
        <a:xfrm>
          <a:off x="97043" y="2718906"/>
          <a:ext cx="2716187" cy="16297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6) VISUALIZATION:   Describe the future of your region if you are successful.  </a:t>
          </a:r>
          <a:endParaRPr lang="en-US" sz="1600" kern="1200"/>
        </a:p>
      </dsp:txBody>
      <dsp:txXfrm>
        <a:off x="144776" y="2766639"/>
        <a:ext cx="2620721" cy="1534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D9BB5A-2D19-0D4A-8D0E-A7178F6A7775}">
      <dsp:nvSpPr>
        <dsp:cNvPr id="0" name=""/>
        <dsp:cNvSpPr/>
      </dsp:nvSpPr>
      <dsp:spPr>
        <a:xfrm>
          <a:off x="3201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Avoid cliches and slogans</a:t>
          </a:r>
        </a:p>
      </dsp:txBody>
      <dsp:txXfrm>
        <a:off x="3201" y="1669704"/>
        <a:ext cx="2539866" cy="2133487"/>
      </dsp:txXfrm>
    </dsp:sp>
    <dsp:sp modelId="{AA15D37E-4479-9748-91A0-5ACD39C6371B}">
      <dsp:nvSpPr>
        <dsp:cNvPr id="0" name=""/>
        <dsp:cNvSpPr/>
      </dsp:nvSpPr>
      <dsp:spPr>
        <a:xfrm>
          <a:off x="739762" y="674077"/>
          <a:ext cx="1066743" cy="10667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5983" y="830298"/>
        <a:ext cx="754301" cy="754301"/>
      </dsp:txXfrm>
    </dsp:sp>
    <dsp:sp modelId="{1EE193E1-7088-D145-AF38-839DCE12B90D}">
      <dsp:nvSpPr>
        <dsp:cNvPr id="0" name=""/>
        <dsp:cNvSpPr/>
      </dsp:nvSpPr>
      <dsp:spPr>
        <a:xfrm>
          <a:off x="3201" y="3874237"/>
          <a:ext cx="2539866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FCD53-B083-DC49-9EE8-1F3C15B6D266}">
      <dsp:nvSpPr>
        <dsp:cNvPr id="0" name=""/>
        <dsp:cNvSpPr/>
      </dsp:nvSpPr>
      <dsp:spPr>
        <a:xfrm>
          <a:off x="2797054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2244908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8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 concrete nouns and active verbs (not weasel words)</a:t>
          </a:r>
        </a:p>
      </dsp:txBody>
      <dsp:txXfrm>
        <a:off x="2797054" y="1669704"/>
        <a:ext cx="2539866" cy="2133487"/>
      </dsp:txXfrm>
    </dsp:sp>
    <dsp:sp modelId="{86CAE339-256A-8148-811D-E08BA296C7E5}">
      <dsp:nvSpPr>
        <dsp:cNvPr id="0" name=""/>
        <dsp:cNvSpPr/>
      </dsp:nvSpPr>
      <dsp:spPr>
        <a:xfrm>
          <a:off x="3533615" y="674077"/>
          <a:ext cx="1066743" cy="1066743"/>
        </a:xfrm>
        <a:prstGeom prst="ellipse">
          <a:avLst/>
        </a:prstGeom>
        <a:solidFill>
          <a:schemeClr val="accent2">
            <a:hueOff val="1841032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2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9836" y="830298"/>
        <a:ext cx="754301" cy="754301"/>
      </dsp:txXfrm>
    </dsp:sp>
    <dsp:sp modelId="{19BBA7BA-9AD1-2A4F-8017-DE6333CE1902}">
      <dsp:nvSpPr>
        <dsp:cNvPr id="0" name=""/>
        <dsp:cNvSpPr/>
      </dsp:nvSpPr>
      <dsp:spPr>
        <a:xfrm>
          <a:off x="2797054" y="3874237"/>
          <a:ext cx="2539866" cy="72"/>
        </a:xfrm>
        <a:prstGeom prst="rect">
          <a:avLst/>
        </a:prstGeom>
        <a:solidFill>
          <a:schemeClr val="accent2">
            <a:hueOff val="2761548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8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E69D2-B12A-8740-8212-B60071CC8665}">
      <dsp:nvSpPr>
        <dsp:cNvPr id="0" name=""/>
        <dsp:cNvSpPr/>
      </dsp:nvSpPr>
      <dsp:spPr>
        <a:xfrm>
          <a:off x="5590907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4489816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6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Visualize your data </a:t>
          </a:r>
        </a:p>
      </dsp:txBody>
      <dsp:txXfrm>
        <a:off x="5590907" y="1669704"/>
        <a:ext cx="2539866" cy="2133487"/>
      </dsp:txXfrm>
    </dsp:sp>
    <dsp:sp modelId="{C00BCD0C-4215-A44C-A46B-28AE015541CD}">
      <dsp:nvSpPr>
        <dsp:cNvPr id="0" name=""/>
        <dsp:cNvSpPr/>
      </dsp:nvSpPr>
      <dsp:spPr>
        <a:xfrm>
          <a:off x="6327469" y="674077"/>
          <a:ext cx="1066743" cy="1066743"/>
        </a:xfrm>
        <a:prstGeom prst="ellipse">
          <a:avLst/>
        </a:prstGeom>
        <a:solidFill>
          <a:schemeClr val="accent2">
            <a:hueOff val="3682064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4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83690" y="830298"/>
        <a:ext cx="754301" cy="754301"/>
      </dsp:txXfrm>
    </dsp:sp>
    <dsp:sp modelId="{030F01AF-B890-6E40-BC66-571AE6A5FD7D}">
      <dsp:nvSpPr>
        <dsp:cNvPr id="0" name=""/>
        <dsp:cNvSpPr/>
      </dsp:nvSpPr>
      <dsp:spPr>
        <a:xfrm>
          <a:off x="5590907" y="3874237"/>
          <a:ext cx="2539866" cy="72"/>
        </a:xfrm>
        <a:prstGeom prst="rect">
          <a:avLst/>
        </a:prstGeom>
        <a:solidFill>
          <a:schemeClr val="accent2">
            <a:hueOff val="4602580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0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56DB1-51DB-6A42-80D4-5D148FB8873B}">
      <dsp:nvSpPr>
        <dsp:cNvPr id="0" name=""/>
        <dsp:cNvSpPr/>
      </dsp:nvSpPr>
      <dsp:spPr>
        <a:xfrm>
          <a:off x="8384760" y="318495"/>
          <a:ext cx="2539866" cy="3555813"/>
        </a:xfrm>
        <a:prstGeom prst="rect">
          <a:avLst/>
        </a:prstGeom>
        <a:solidFill>
          <a:schemeClr val="accent2">
            <a:tint val="40000"/>
            <a:alpha val="90000"/>
            <a:hueOff val="6734724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24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018" tIns="330200" rIns="198018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Humanize your vision</a:t>
          </a:r>
        </a:p>
      </dsp:txBody>
      <dsp:txXfrm>
        <a:off x="8384760" y="1669704"/>
        <a:ext cx="2539866" cy="2133487"/>
      </dsp:txXfrm>
    </dsp:sp>
    <dsp:sp modelId="{2C1F48C1-C44B-D54D-9C57-325535488F39}">
      <dsp:nvSpPr>
        <dsp:cNvPr id="0" name=""/>
        <dsp:cNvSpPr/>
      </dsp:nvSpPr>
      <dsp:spPr>
        <a:xfrm>
          <a:off x="9121322" y="674077"/>
          <a:ext cx="1066743" cy="1066743"/>
        </a:xfrm>
        <a:prstGeom prst="ellipse">
          <a:avLst/>
        </a:prstGeom>
        <a:solidFill>
          <a:schemeClr val="accent2">
            <a:hueOff val="5523096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6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168" tIns="12700" rIns="83168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9277543" y="830298"/>
        <a:ext cx="754301" cy="754301"/>
      </dsp:txXfrm>
    </dsp:sp>
    <dsp:sp modelId="{B75CC010-E735-644F-A14C-A765BEC5B273}">
      <dsp:nvSpPr>
        <dsp:cNvPr id="0" name=""/>
        <dsp:cNvSpPr/>
      </dsp:nvSpPr>
      <dsp:spPr>
        <a:xfrm>
          <a:off x="8384760" y="3874237"/>
          <a:ext cx="2539866" cy="72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249D7-F22A-491A-4139-5505C97E7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0C69F-D1B0-5A89-895E-87DC82635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CEEB1-6F10-DF2A-B4D3-19870C37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65FD8-BBC8-0134-DBA9-45FD69AA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0ACE3-8E13-2A1D-805D-D9C6DDF5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46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0D9A-8182-6658-6188-8AAA86C37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6409A-BBD9-DE1B-3B3A-D643A096E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6B22C-5AF4-DEE6-1160-3B9B7658E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3D6CA-0092-E27D-6408-6840B9D65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BD303-B700-F5EE-2D0D-CE4111C3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0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FBFB-2598-30F7-66CF-95D456FD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B20D6-DBBA-E626-052C-B1FEE633A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B0D46-C656-774C-2214-F3605EB54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5DD15-AB25-7BF1-BF19-C22815835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31BBD-8659-1EB8-8783-79FBB0EA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3926-64E8-0ACB-BB95-850A505D4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0D5E-4912-A14E-1ABB-25191D59E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D7555-472C-B427-4498-708F038D9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CD5CE-F91D-6279-9A9D-04E9EB61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BED12-A0DE-7505-F7D3-CF48B6B03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4358F-616C-A462-3446-4CD97F3F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72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066A-08E8-C8DD-977A-25EE52F5E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9FC7E-58CB-4270-331F-D2B8446E8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F131C-1B8B-1EBB-7725-8F2E8B1DE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ACCE8C-7BBA-3074-83D7-18955D617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BE6B16-BA99-1618-8FEC-ACE7E30206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A56813-D37B-C68C-EF1D-81108F6ED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38AAA-2C2C-8F8B-5B6C-D8FF745B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CF3173-313E-5AB3-558F-125021572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19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023E-4BEC-DC3C-8442-A8B5B5EA8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7C1659-5937-5F1F-60B7-B5964AD43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65D56-4AE7-C7A2-E1FF-1AC1FB3E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4B09A-C39A-4EC0-D7B5-5FB2C7280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94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1010E-798A-FC5A-5F15-1F45803D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4C4E22-9774-0C63-C97A-880426937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B3B73-14FE-08A9-F99C-9B4D576F3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1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E87AA-2914-50D9-2865-13233291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D86BC-767A-2053-77F5-32FD3614B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F6280-08CD-7DB7-22D6-7D62524A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540D5-BD20-B4B8-2932-71CAF820A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EA056-B1DD-3B08-345D-D9BFD9C4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BF096-4482-9D3D-6104-EB9BA161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7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B5750-2805-E32F-1F72-62751A3D3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96CD22-8D00-35F3-DE5F-4437627C5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8417D-18D9-D906-80EF-DDCBFCC3F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D627B-F27B-7003-1BA2-16DF3F83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F6928-71F4-548F-2A68-54E890A3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A4EEC-4238-D5E0-F605-E5679B94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72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1BEA-65CE-047C-FA5B-E8BE3275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EB412-F76C-E2F7-F035-5752EBF7C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4322B-C9E7-5A22-BC38-8A6883C7C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86562-786F-18BA-1778-7D3748852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688FE-8B9C-DEB7-8488-0FA76FC5D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42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AEEE04-A72E-8E75-5642-5D6A071B3A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74FCB-7662-D2EE-572B-66B8D0154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89AD2-5006-A8BC-D2E7-133C5B9C7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D907E-FE43-E9E4-3C2F-48ED0462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42D11-5905-8C5F-D339-DCE54FC0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7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07EB6-CEC8-5981-4BF6-794AD5E9D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9C559-9EA4-EA72-523D-B219928F0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1D227-AAE7-1F36-0EB2-157A4E763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170F5-BB79-BF47-B7C7-37C7EED42945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83CA8-2FA9-7353-EA61-72468906E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6F25E-D42A-FE60-E9A2-A9557A86D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91507-F2DA-6446-89FE-0F9697576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9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E9AAB1-F7FD-DC71-FBED-EB6820C8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Preparing your Presentation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6A107-96F7-3639-D99E-B15F4F02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470" y="2398956"/>
            <a:ext cx="10565027" cy="4137759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500" dirty="0">
                <a:solidFill>
                  <a:schemeClr val="bg1"/>
                </a:solidFill>
              </a:rPr>
              <a:t>Nothing Inspires, Ignites, or Illuminates   </a:t>
            </a:r>
          </a:p>
          <a:p>
            <a:pPr marL="0" indent="0" algn="ctr">
              <a:buNone/>
            </a:pPr>
            <a:endParaRPr lang="en-US" sz="35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500" dirty="0">
                <a:solidFill>
                  <a:schemeClr val="bg1"/>
                </a:solidFill>
              </a:rPr>
              <a:t>More than the </a:t>
            </a:r>
          </a:p>
          <a:p>
            <a:pPr marL="0" indent="0" algn="ctr">
              <a:buNone/>
            </a:pPr>
            <a:endParaRPr lang="en-US" sz="35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500" dirty="0">
                <a:solidFill>
                  <a:schemeClr val="bg1"/>
                </a:solidFill>
              </a:rPr>
              <a:t>GENUINE HUMAN </a:t>
            </a:r>
          </a:p>
          <a:p>
            <a:pPr marL="0" indent="0" algn="ctr">
              <a:buNone/>
            </a:pPr>
            <a:endParaRPr lang="en-US" sz="35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3500" dirty="0">
                <a:solidFill>
                  <a:schemeClr val="bg1"/>
                </a:solidFill>
              </a:rPr>
              <a:t>  Tales of Life and Living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1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3E11D44-F5BC-82E8-CFB4-8AEA229297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873" b="428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3FDB44-C895-F036-7778-98E7D70F3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Framework for Presentation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88DC15AC-E5C2-E5AA-4788-A74435E4E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719296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8351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778A3-6ADE-43ED-EF52-F8ABAC13F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Language and Visuals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2756C4-E370-F4F8-6DF0-6A4E54ADB6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34254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6225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Hand reaching out to sun">
            <a:extLst>
              <a:ext uri="{FF2B5EF4-FFF2-40B4-BE49-F238E27FC236}">
                <a16:creationId xmlns:a16="http://schemas.microsoft.com/office/drawing/2014/main" id="{3A832363-C0A2-DE2E-3375-DD47C8AF63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011" r="-2" b="9089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23855F-A910-4C27-42B6-62D119420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4249" y="1135450"/>
            <a:ext cx="3790525" cy="6698734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Nothing Inspires, Ignites, or Illuminates   </a:t>
            </a:r>
          </a:p>
          <a:p>
            <a:pPr marL="0" indent="0" algn="ctr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17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</a:rPr>
              <a:t>More than the </a:t>
            </a:r>
          </a:p>
          <a:p>
            <a:pPr marL="0" indent="0" algn="ctr">
              <a:buNone/>
            </a:pPr>
            <a:endParaRPr lang="en-US" sz="17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GENUINE HUMAN </a:t>
            </a:r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  Tales of Life and Living</a:t>
            </a:r>
          </a:p>
        </p:txBody>
      </p:sp>
    </p:spTree>
    <p:extLst>
      <p:ext uri="{BB962C8B-B14F-4D97-AF65-F5344CB8AC3E}">
        <p14:creationId xmlns:p14="http://schemas.microsoft.com/office/powerpoint/2010/main" val="2223000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1308</TotalTime>
  <Words>164</Words>
  <Application>Microsoft Macintosh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Preparing your Presentation</vt:lpstr>
      <vt:lpstr>Framework for Presentation</vt:lpstr>
      <vt:lpstr>Language and Visuals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 Peek Schacht</dc:creator>
  <cp:lastModifiedBy>Scott Massey</cp:lastModifiedBy>
  <cp:revision>5</cp:revision>
  <dcterms:created xsi:type="dcterms:W3CDTF">2026-06-24T15:38:46Z</dcterms:created>
  <dcterms:modified xsi:type="dcterms:W3CDTF">2026-07-21T15:43:08Z</dcterms:modified>
</cp:coreProperties>
</file>